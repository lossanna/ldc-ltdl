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2D2B2C-1C3A-427D-B1F5-65E735139D9D}" v="30" dt="2026-01-12T22:28:54.3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44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a Ossanna" userId="46d24f92-a3d9-425c-98e5-f4d1ec18a5c1" providerId="ADAL" clId="{3188B0A5-7A56-4BDD-8B38-4ED208104EB3}"/>
    <pc:docChg chg="undo custSel addSld delSld modSld sldOrd">
      <pc:chgData name="Lia Ossanna" userId="46d24f92-a3d9-425c-98e5-f4d1ec18a5c1" providerId="ADAL" clId="{3188B0A5-7A56-4BDD-8B38-4ED208104EB3}" dt="2026-01-12T23:13:30.669" v="1962" actId="20577"/>
      <pc:docMkLst>
        <pc:docMk/>
      </pc:docMkLst>
      <pc:sldChg chg="addSp delSp modSp mod">
        <pc:chgData name="Lia Ossanna" userId="46d24f92-a3d9-425c-98e5-f4d1ec18a5c1" providerId="ADAL" clId="{3188B0A5-7A56-4BDD-8B38-4ED208104EB3}" dt="2026-01-12T22:33:27.279" v="1705" actId="207"/>
        <pc:sldMkLst>
          <pc:docMk/>
          <pc:sldMk cId="3935512563" sldId="256"/>
        </pc:sldMkLst>
        <pc:spChg chg="mod">
          <ac:chgData name="Lia Ossanna" userId="46d24f92-a3d9-425c-98e5-f4d1ec18a5c1" providerId="ADAL" clId="{3188B0A5-7A56-4BDD-8B38-4ED208104EB3}" dt="2026-01-12T22:33:27.279" v="1705" actId="207"/>
          <ac:spMkLst>
            <pc:docMk/>
            <pc:sldMk cId="3935512563" sldId="256"/>
            <ac:spMk id="4" creationId="{E7E4A7E3-B62A-69E2-A4D2-5CA7EDB7F326}"/>
          </ac:spMkLst>
        </pc:spChg>
        <pc:spChg chg="add del mod">
          <ac:chgData name="Lia Ossanna" userId="46d24f92-a3d9-425c-98e5-f4d1ec18a5c1" providerId="ADAL" clId="{3188B0A5-7A56-4BDD-8B38-4ED208104EB3}" dt="2026-01-12T21:53:31.351" v="262" actId="21"/>
          <ac:spMkLst>
            <pc:docMk/>
            <pc:sldMk cId="3935512563" sldId="256"/>
            <ac:spMk id="5" creationId="{5ED9FB7B-7D50-C8E5-9270-BC7D9B77824A}"/>
          </ac:spMkLst>
        </pc:spChg>
        <pc:spChg chg="mod">
          <ac:chgData name="Lia Ossanna" userId="46d24f92-a3d9-425c-98e5-f4d1ec18a5c1" providerId="ADAL" clId="{3188B0A5-7A56-4BDD-8B38-4ED208104EB3}" dt="2026-01-12T21:42:10.124" v="145" actId="1076"/>
          <ac:spMkLst>
            <pc:docMk/>
            <pc:sldMk cId="3935512563" sldId="256"/>
            <ac:spMk id="6" creationId="{A6E652B3-7F1E-63CC-D1B6-3EF3BF35035E}"/>
          </ac:spMkLst>
        </pc:spChg>
        <pc:spChg chg="mod">
          <ac:chgData name="Lia Ossanna" userId="46d24f92-a3d9-425c-98e5-f4d1ec18a5c1" providerId="ADAL" clId="{3188B0A5-7A56-4BDD-8B38-4ED208104EB3}" dt="2026-01-12T22:07:42.938" v="988" actId="1076"/>
          <ac:spMkLst>
            <pc:docMk/>
            <pc:sldMk cId="3935512563" sldId="256"/>
            <ac:spMk id="7" creationId="{B8CC66A7-A3E0-D9F1-BAA3-60CFBDE21ECE}"/>
          </ac:spMkLst>
        </pc:spChg>
        <pc:spChg chg="mod">
          <ac:chgData name="Lia Ossanna" userId="46d24f92-a3d9-425c-98e5-f4d1ec18a5c1" providerId="ADAL" clId="{3188B0A5-7A56-4BDD-8B38-4ED208104EB3}" dt="2026-01-12T21:42:11.955" v="146" actId="1076"/>
          <ac:spMkLst>
            <pc:docMk/>
            <pc:sldMk cId="3935512563" sldId="256"/>
            <ac:spMk id="8" creationId="{645732B3-59CF-C6B8-A6E5-771BE6E99D2B}"/>
          </ac:spMkLst>
        </pc:spChg>
        <pc:spChg chg="mod">
          <ac:chgData name="Lia Ossanna" userId="46d24f92-a3d9-425c-98e5-f4d1ec18a5c1" providerId="ADAL" clId="{3188B0A5-7A56-4BDD-8B38-4ED208104EB3}" dt="2026-01-12T22:04:43.250" v="774" actId="20577"/>
          <ac:spMkLst>
            <pc:docMk/>
            <pc:sldMk cId="3935512563" sldId="256"/>
            <ac:spMk id="9" creationId="{1734907B-2E27-D08D-B118-2B17F2A87E41}"/>
          </ac:spMkLst>
        </pc:spChg>
        <pc:spChg chg="mod">
          <ac:chgData name="Lia Ossanna" userId="46d24f92-a3d9-425c-98e5-f4d1ec18a5c1" providerId="ADAL" clId="{3188B0A5-7A56-4BDD-8B38-4ED208104EB3}" dt="2026-01-12T22:07:45.658" v="989" actId="1076"/>
          <ac:spMkLst>
            <pc:docMk/>
            <pc:sldMk cId="3935512563" sldId="256"/>
            <ac:spMk id="10" creationId="{73F87B04-3051-6FF3-F6E1-D92B2C06F1EC}"/>
          </ac:spMkLst>
        </pc:spChg>
        <pc:spChg chg="mod">
          <ac:chgData name="Lia Ossanna" userId="46d24f92-a3d9-425c-98e5-f4d1ec18a5c1" providerId="ADAL" clId="{3188B0A5-7A56-4BDD-8B38-4ED208104EB3}" dt="2026-01-12T22:07:48.287" v="990" actId="1076"/>
          <ac:spMkLst>
            <pc:docMk/>
            <pc:sldMk cId="3935512563" sldId="256"/>
            <ac:spMk id="11" creationId="{DD9199DB-CB72-CB4C-BCF4-7591490B2BBC}"/>
          </ac:spMkLst>
        </pc:spChg>
        <pc:spChg chg="del mod">
          <ac:chgData name="Lia Ossanna" userId="46d24f92-a3d9-425c-98e5-f4d1ec18a5c1" providerId="ADAL" clId="{3188B0A5-7A56-4BDD-8B38-4ED208104EB3}" dt="2026-01-12T21:53:31.351" v="262" actId="21"/>
          <ac:spMkLst>
            <pc:docMk/>
            <pc:sldMk cId="3935512563" sldId="256"/>
            <ac:spMk id="12" creationId="{3642F6FB-3D74-CADC-9B1D-1AF7867268EF}"/>
          </ac:spMkLst>
        </pc:spChg>
        <pc:spChg chg="add del mod">
          <ac:chgData name="Lia Ossanna" userId="46d24f92-a3d9-425c-98e5-f4d1ec18a5c1" providerId="ADAL" clId="{3188B0A5-7A56-4BDD-8B38-4ED208104EB3}" dt="2026-01-12T21:53:31.351" v="262" actId="21"/>
          <ac:spMkLst>
            <pc:docMk/>
            <pc:sldMk cId="3935512563" sldId="256"/>
            <ac:spMk id="13" creationId="{EBC0A270-490A-C513-CA74-B3CBD8D28252}"/>
          </ac:spMkLst>
        </pc:spChg>
        <pc:spChg chg="del mod">
          <ac:chgData name="Lia Ossanna" userId="46d24f92-a3d9-425c-98e5-f4d1ec18a5c1" providerId="ADAL" clId="{3188B0A5-7A56-4BDD-8B38-4ED208104EB3}" dt="2026-01-12T22:01:24.514" v="571" actId="478"/>
          <ac:spMkLst>
            <pc:docMk/>
            <pc:sldMk cId="3935512563" sldId="256"/>
            <ac:spMk id="14" creationId="{6FDBA7EE-1B96-4931-5C24-142980720C65}"/>
          </ac:spMkLst>
        </pc:spChg>
        <pc:spChg chg="del mod">
          <ac:chgData name="Lia Ossanna" userId="46d24f92-a3d9-425c-98e5-f4d1ec18a5c1" providerId="ADAL" clId="{3188B0A5-7A56-4BDD-8B38-4ED208104EB3}" dt="2026-01-12T22:01:25.994" v="572" actId="478"/>
          <ac:spMkLst>
            <pc:docMk/>
            <pc:sldMk cId="3935512563" sldId="256"/>
            <ac:spMk id="15" creationId="{81F4E20E-1071-3C6D-2531-4839BB6A2233}"/>
          </ac:spMkLst>
        </pc:spChg>
        <pc:spChg chg="mod">
          <ac:chgData name="Lia Ossanna" userId="46d24f92-a3d9-425c-98e5-f4d1ec18a5c1" providerId="ADAL" clId="{3188B0A5-7A56-4BDD-8B38-4ED208104EB3}" dt="2026-01-12T22:08:43.928" v="1001" actId="1076"/>
          <ac:spMkLst>
            <pc:docMk/>
            <pc:sldMk cId="3935512563" sldId="256"/>
            <ac:spMk id="16" creationId="{25DC0DC6-AD8B-ED6E-4762-99B646A93943}"/>
          </ac:spMkLst>
        </pc:spChg>
        <pc:spChg chg="mod">
          <ac:chgData name="Lia Ossanna" userId="46d24f92-a3d9-425c-98e5-f4d1ec18a5c1" providerId="ADAL" clId="{3188B0A5-7A56-4BDD-8B38-4ED208104EB3}" dt="2026-01-12T22:09:08.256" v="1038" actId="1076"/>
          <ac:spMkLst>
            <pc:docMk/>
            <pc:sldMk cId="3935512563" sldId="256"/>
            <ac:spMk id="17" creationId="{BB45A45C-0536-5114-8EF6-6D2A36D728FA}"/>
          </ac:spMkLst>
        </pc:spChg>
        <pc:spChg chg="del mod">
          <ac:chgData name="Lia Ossanna" userId="46d24f92-a3d9-425c-98e5-f4d1ec18a5c1" providerId="ADAL" clId="{3188B0A5-7A56-4BDD-8B38-4ED208104EB3}" dt="2026-01-12T22:02:09.734" v="576" actId="478"/>
          <ac:spMkLst>
            <pc:docMk/>
            <pc:sldMk cId="3935512563" sldId="256"/>
            <ac:spMk id="20" creationId="{92A4CBED-A662-B1F1-C9F9-41F027BA0091}"/>
          </ac:spMkLst>
        </pc:spChg>
        <pc:spChg chg="del mod">
          <ac:chgData name="Lia Ossanna" userId="46d24f92-a3d9-425c-98e5-f4d1ec18a5c1" providerId="ADAL" clId="{3188B0A5-7A56-4BDD-8B38-4ED208104EB3}" dt="2026-01-12T22:02:09.734" v="576" actId="478"/>
          <ac:spMkLst>
            <pc:docMk/>
            <pc:sldMk cId="3935512563" sldId="256"/>
            <ac:spMk id="21" creationId="{84C84E41-C502-ACCD-4B51-E5100FFF7574}"/>
          </ac:spMkLst>
        </pc:spChg>
        <pc:spChg chg="del mod">
          <ac:chgData name="Lia Ossanna" userId="46d24f92-a3d9-425c-98e5-f4d1ec18a5c1" providerId="ADAL" clId="{3188B0A5-7A56-4BDD-8B38-4ED208104EB3}" dt="2026-01-12T22:02:09.734" v="576" actId="478"/>
          <ac:spMkLst>
            <pc:docMk/>
            <pc:sldMk cId="3935512563" sldId="256"/>
            <ac:spMk id="22" creationId="{3CE8E2BA-9D69-8279-A40F-8C1CABFAE3F9}"/>
          </ac:spMkLst>
        </pc:spChg>
        <pc:spChg chg="del mod">
          <ac:chgData name="Lia Ossanna" userId="46d24f92-a3d9-425c-98e5-f4d1ec18a5c1" providerId="ADAL" clId="{3188B0A5-7A56-4BDD-8B38-4ED208104EB3}" dt="2026-01-12T22:02:09.734" v="576" actId="478"/>
          <ac:spMkLst>
            <pc:docMk/>
            <pc:sldMk cId="3935512563" sldId="256"/>
            <ac:spMk id="23" creationId="{B2AB328B-4170-8971-5A5B-F413B097A733}"/>
          </ac:spMkLst>
        </pc:spChg>
        <pc:spChg chg="mod">
          <ac:chgData name="Lia Ossanna" userId="46d24f92-a3d9-425c-98e5-f4d1ec18a5c1" providerId="ADAL" clId="{3188B0A5-7A56-4BDD-8B38-4ED208104EB3}" dt="2026-01-12T22:13:33.386" v="1289" actId="1076"/>
          <ac:spMkLst>
            <pc:docMk/>
            <pc:sldMk cId="3935512563" sldId="256"/>
            <ac:spMk id="24" creationId="{68A33E3E-34C3-25EB-6137-6837C593EF99}"/>
          </ac:spMkLst>
        </pc:spChg>
        <pc:spChg chg="mod">
          <ac:chgData name="Lia Ossanna" userId="46d24f92-a3d9-425c-98e5-f4d1ec18a5c1" providerId="ADAL" clId="{3188B0A5-7A56-4BDD-8B38-4ED208104EB3}" dt="2026-01-12T22:14:42.230" v="1319" actId="1076"/>
          <ac:spMkLst>
            <pc:docMk/>
            <pc:sldMk cId="3935512563" sldId="256"/>
            <ac:spMk id="25" creationId="{EA42BA20-AE21-7DF7-B177-72FC4027D20B}"/>
          </ac:spMkLst>
        </pc:spChg>
        <pc:spChg chg="del mod">
          <ac:chgData name="Lia Ossanna" userId="46d24f92-a3d9-425c-98e5-f4d1ec18a5c1" providerId="ADAL" clId="{3188B0A5-7A56-4BDD-8B38-4ED208104EB3}" dt="2026-01-12T22:18:37.477" v="1365" actId="478"/>
          <ac:spMkLst>
            <pc:docMk/>
            <pc:sldMk cId="3935512563" sldId="256"/>
            <ac:spMk id="26" creationId="{B298B8BC-4FD9-54D6-63A8-D13B588D018A}"/>
          </ac:spMkLst>
        </pc:spChg>
        <pc:spChg chg="mod">
          <ac:chgData name="Lia Ossanna" userId="46d24f92-a3d9-425c-98e5-f4d1ec18a5c1" providerId="ADAL" clId="{3188B0A5-7A56-4BDD-8B38-4ED208104EB3}" dt="2026-01-12T22:23:00.404" v="1444" actId="20577"/>
          <ac:spMkLst>
            <pc:docMk/>
            <pc:sldMk cId="3935512563" sldId="256"/>
            <ac:spMk id="27" creationId="{04AF6DDB-CCD0-7E3B-F082-B7ECF6D68791}"/>
          </ac:spMkLst>
        </pc:spChg>
        <pc:spChg chg="add del mod">
          <ac:chgData name="Lia Ossanna" userId="46d24f92-a3d9-425c-98e5-f4d1ec18a5c1" providerId="ADAL" clId="{3188B0A5-7A56-4BDD-8B38-4ED208104EB3}" dt="2026-01-12T21:53:31.351" v="262" actId="21"/>
          <ac:spMkLst>
            <pc:docMk/>
            <pc:sldMk cId="3935512563" sldId="256"/>
            <ac:spMk id="28" creationId="{A82B3B13-CEDA-AAF5-24D0-0FDF5DE1ECF7}"/>
          </ac:spMkLst>
        </pc:spChg>
        <pc:spChg chg="add del mod">
          <ac:chgData name="Lia Ossanna" userId="46d24f92-a3d9-425c-98e5-f4d1ec18a5c1" providerId="ADAL" clId="{3188B0A5-7A56-4BDD-8B38-4ED208104EB3}" dt="2026-01-12T21:53:31.351" v="262" actId="21"/>
          <ac:spMkLst>
            <pc:docMk/>
            <pc:sldMk cId="3935512563" sldId="256"/>
            <ac:spMk id="29" creationId="{5915A3DF-E129-FE54-9556-A0440FBC719D}"/>
          </ac:spMkLst>
        </pc:spChg>
        <pc:spChg chg="add del mod">
          <ac:chgData name="Lia Ossanna" userId="46d24f92-a3d9-425c-98e5-f4d1ec18a5c1" providerId="ADAL" clId="{3188B0A5-7A56-4BDD-8B38-4ED208104EB3}" dt="2026-01-12T22:02:09.734" v="576" actId="478"/>
          <ac:spMkLst>
            <pc:docMk/>
            <pc:sldMk cId="3935512563" sldId="256"/>
            <ac:spMk id="163" creationId="{13CC2BFF-F94F-673B-03F3-5D38692BDEEE}"/>
          </ac:spMkLst>
        </pc:spChg>
        <pc:spChg chg="add del mod">
          <ac:chgData name="Lia Ossanna" userId="46d24f92-a3d9-425c-98e5-f4d1ec18a5c1" providerId="ADAL" clId="{3188B0A5-7A56-4BDD-8B38-4ED208104EB3}" dt="2026-01-12T22:02:09.734" v="576" actId="478"/>
          <ac:spMkLst>
            <pc:docMk/>
            <pc:sldMk cId="3935512563" sldId="256"/>
            <ac:spMk id="173" creationId="{0C5A3605-5C40-3E94-DD12-3137CFCFE726}"/>
          </ac:spMkLst>
        </pc:spChg>
        <pc:spChg chg="add mod">
          <ac:chgData name="Lia Ossanna" userId="46d24f92-a3d9-425c-98e5-f4d1ec18a5c1" providerId="ADAL" clId="{3188B0A5-7A56-4BDD-8B38-4ED208104EB3}" dt="2026-01-12T22:01:48.527" v="575"/>
          <ac:spMkLst>
            <pc:docMk/>
            <pc:sldMk cId="3935512563" sldId="256"/>
            <ac:spMk id="177" creationId="{5BB9129D-E3F2-3514-9DAC-47904BDF0385}"/>
          </ac:spMkLst>
        </pc:spChg>
        <pc:spChg chg="add mod">
          <ac:chgData name="Lia Ossanna" userId="46d24f92-a3d9-425c-98e5-f4d1ec18a5c1" providerId="ADAL" clId="{3188B0A5-7A56-4BDD-8B38-4ED208104EB3}" dt="2026-01-12T22:01:48.527" v="575"/>
          <ac:spMkLst>
            <pc:docMk/>
            <pc:sldMk cId="3935512563" sldId="256"/>
            <ac:spMk id="178" creationId="{FFE3E4BD-3E48-87A3-F2C8-80DFD4FB9852}"/>
          </ac:spMkLst>
        </pc:spChg>
        <pc:spChg chg="add mod">
          <ac:chgData name="Lia Ossanna" userId="46d24f92-a3d9-425c-98e5-f4d1ec18a5c1" providerId="ADAL" clId="{3188B0A5-7A56-4BDD-8B38-4ED208104EB3}" dt="2026-01-12T22:01:48.527" v="575"/>
          <ac:spMkLst>
            <pc:docMk/>
            <pc:sldMk cId="3935512563" sldId="256"/>
            <ac:spMk id="181" creationId="{9347D0DD-2DEF-58D8-F973-791923DAE0BF}"/>
          </ac:spMkLst>
        </pc:spChg>
        <pc:spChg chg="add mod">
          <ac:chgData name="Lia Ossanna" userId="46d24f92-a3d9-425c-98e5-f4d1ec18a5c1" providerId="ADAL" clId="{3188B0A5-7A56-4BDD-8B38-4ED208104EB3}" dt="2026-01-12T22:01:48.527" v="575"/>
          <ac:spMkLst>
            <pc:docMk/>
            <pc:sldMk cId="3935512563" sldId="256"/>
            <ac:spMk id="183" creationId="{E9C11131-F06B-CFCC-26C4-62F7819C79EA}"/>
          </ac:spMkLst>
        </pc:spChg>
        <pc:spChg chg="add mod">
          <ac:chgData name="Lia Ossanna" userId="46d24f92-a3d9-425c-98e5-f4d1ec18a5c1" providerId="ADAL" clId="{3188B0A5-7A56-4BDD-8B38-4ED208104EB3}" dt="2026-01-12T22:01:48.527" v="575"/>
          <ac:spMkLst>
            <pc:docMk/>
            <pc:sldMk cId="3935512563" sldId="256"/>
            <ac:spMk id="184" creationId="{57AA2DDA-002A-513F-202A-BA8D919475E1}"/>
          </ac:spMkLst>
        </pc:spChg>
        <pc:spChg chg="add mod">
          <ac:chgData name="Lia Ossanna" userId="46d24f92-a3d9-425c-98e5-f4d1ec18a5c1" providerId="ADAL" clId="{3188B0A5-7A56-4BDD-8B38-4ED208104EB3}" dt="2026-01-12T22:01:48.527" v="575"/>
          <ac:spMkLst>
            <pc:docMk/>
            <pc:sldMk cId="3935512563" sldId="256"/>
            <ac:spMk id="187" creationId="{64EA27CA-3C22-A94E-C03B-607C40655290}"/>
          </ac:spMkLst>
        </pc:spChg>
        <pc:spChg chg="add del mod">
          <ac:chgData name="Lia Ossanna" userId="46d24f92-a3d9-425c-98e5-f4d1ec18a5c1" providerId="ADAL" clId="{3188B0A5-7A56-4BDD-8B38-4ED208104EB3}" dt="2026-01-12T22:03:00.074" v="590" actId="478"/>
          <ac:spMkLst>
            <pc:docMk/>
            <pc:sldMk cId="3935512563" sldId="256"/>
            <ac:spMk id="188" creationId="{D6FAAEE2-E0E7-4DB3-DEF6-86CB23F3ECB3}"/>
          </ac:spMkLst>
        </pc:spChg>
        <pc:spChg chg="add mod">
          <ac:chgData name="Lia Ossanna" userId="46d24f92-a3d9-425c-98e5-f4d1ec18a5c1" providerId="ADAL" clId="{3188B0A5-7A56-4BDD-8B38-4ED208104EB3}" dt="2026-01-12T22:21:18.085" v="1433" actId="207"/>
          <ac:spMkLst>
            <pc:docMk/>
            <pc:sldMk cId="3935512563" sldId="256"/>
            <ac:spMk id="189" creationId="{FA4D3387-3681-2903-6049-62B60B4057D4}"/>
          </ac:spMkLst>
        </pc:spChg>
        <pc:spChg chg="add mod">
          <ac:chgData name="Lia Ossanna" userId="46d24f92-a3d9-425c-98e5-f4d1ec18a5c1" providerId="ADAL" clId="{3188B0A5-7A56-4BDD-8B38-4ED208104EB3}" dt="2026-01-12T22:21:18.085" v="1433" actId="207"/>
          <ac:spMkLst>
            <pc:docMk/>
            <pc:sldMk cId="3935512563" sldId="256"/>
            <ac:spMk id="190" creationId="{A7C0171E-F928-0606-BEA5-0E665EF0EED8}"/>
          </ac:spMkLst>
        </pc:spChg>
        <pc:spChg chg="add mod">
          <ac:chgData name="Lia Ossanna" userId="46d24f92-a3d9-425c-98e5-f4d1ec18a5c1" providerId="ADAL" clId="{3188B0A5-7A56-4BDD-8B38-4ED208104EB3}" dt="2026-01-12T22:21:18.085" v="1433" actId="207"/>
          <ac:spMkLst>
            <pc:docMk/>
            <pc:sldMk cId="3935512563" sldId="256"/>
            <ac:spMk id="193" creationId="{DF9992A5-A66E-6E49-BB7F-1D5E5A9F484F}"/>
          </ac:spMkLst>
        </pc:spChg>
        <pc:spChg chg="add mod">
          <ac:chgData name="Lia Ossanna" userId="46d24f92-a3d9-425c-98e5-f4d1ec18a5c1" providerId="ADAL" clId="{3188B0A5-7A56-4BDD-8B38-4ED208104EB3}" dt="2026-01-12T22:21:18.085" v="1433" actId="207"/>
          <ac:spMkLst>
            <pc:docMk/>
            <pc:sldMk cId="3935512563" sldId="256"/>
            <ac:spMk id="195" creationId="{AB65D198-3E25-7878-FBAF-A09A16F3CBAA}"/>
          </ac:spMkLst>
        </pc:spChg>
        <pc:spChg chg="add mod">
          <ac:chgData name="Lia Ossanna" userId="46d24f92-a3d9-425c-98e5-f4d1ec18a5c1" providerId="ADAL" clId="{3188B0A5-7A56-4BDD-8B38-4ED208104EB3}" dt="2026-01-12T22:21:18.085" v="1433" actId="207"/>
          <ac:spMkLst>
            <pc:docMk/>
            <pc:sldMk cId="3935512563" sldId="256"/>
            <ac:spMk id="196" creationId="{BDDB0BC3-0858-88BC-86EC-6FC81D508935}"/>
          </ac:spMkLst>
        </pc:spChg>
        <pc:spChg chg="add del mod">
          <ac:chgData name="Lia Ossanna" userId="46d24f92-a3d9-425c-98e5-f4d1ec18a5c1" providerId="ADAL" clId="{3188B0A5-7A56-4BDD-8B38-4ED208104EB3}" dt="2026-01-12T22:20:09.330" v="1432" actId="478"/>
          <ac:spMkLst>
            <pc:docMk/>
            <pc:sldMk cId="3935512563" sldId="256"/>
            <ac:spMk id="199" creationId="{963D9DB5-0B0A-3897-B2FA-3DD4F50F5597}"/>
          </ac:spMkLst>
        </pc:spChg>
        <pc:spChg chg="add mod">
          <ac:chgData name="Lia Ossanna" userId="46d24f92-a3d9-425c-98e5-f4d1ec18a5c1" providerId="ADAL" clId="{3188B0A5-7A56-4BDD-8B38-4ED208104EB3}" dt="2026-01-12T22:21:30.974" v="1437" actId="120"/>
          <ac:spMkLst>
            <pc:docMk/>
            <pc:sldMk cId="3935512563" sldId="256"/>
            <ac:spMk id="212" creationId="{097CE564-95C1-4901-A173-A2862E24CE36}"/>
          </ac:spMkLst>
        </pc:spChg>
        <pc:spChg chg="add del mod">
          <ac:chgData name="Lia Ossanna" userId="46d24f92-a3d9-425c-98e5-f4d1ec18a5c1" providerId="ADAL" clId="{3188B0A5-7A56-4BDD-8B38-4ED208104EB3}" dt="2026-01-12T22:08:33.228" v="1000" actId="478"/>
          <ac:spMkLst>
            <pc:docMk/>
            <pc:sldMk cId="3935512563" sldId="256"/>
            <ac:spMk id="235" creationId="{4E5171D0-5EF8-3275-EAD1-7E1E8FA310CD}"/>
          </ac:spMkLst>
        </pc:spChg>
        <pc:spChg chg="add mod">
          <ac:chgData name="Lia Ossanna" userId="46d24f92-a3d9-425c-98e5-f4d1ec18a5c1" providerId="ADAL" clId="{3188B0A5-7A56-4BDD-8B38-4ED208104EB3}" dt="2026-01-12T22:09:25.397" v="1073" actId="20577"/>
          <ac:spMkLst>
            <pc:docMk/>
            <pc:sldMk cId="3935512563" sldId="256"/>
            <ac:spMk id="248" creationId="{142722A8-35F0-B99D-6ED3-10D8D3014064}"/>
          </ac:spMkLst>
        </pc:spChg>
        <pc:spChg chg="add mod">
          <ac:chgData name="Lia Ossanna" userId="46d24f92-a3d9-425c-98e5-f4d1ec18a5c1" providerId="ADAL" clId="{3188B0A5-7A56-4BDD-8B38-4ED208104EB3}" dt="2026-01-12T22:22:54.684" v="1440" actId="20577"/>
          <ac:spMkLst>
            <pc:docMk/>
            <pc:sldMk cId="3935512563" sldId="256"/>
            <ac:spMk id="266" creationId="{DCCDF99B-093B-D077-D378-B623CE2A4391}"/>
          </ac:spMkLst>
        </pc:spChg>
        <pc:spChg chg="add del mod">
          <ac:chgData name="Lia Ossanna" userId="46d24f92-a3d9-425c-98e5-f4d1ec18a5c1" providerId="ADAL" clId="{3188B0A5-7A56-4BDD-8B38-4ED208104EB3}" dt="2026-01-12T22:16:55.521" v="1339" actId="478"/>
          <ac:spMkLst>
            <pc:docMk/>
            <pc:sldMk cId="3935512563" sldId="256"/>
            <ac:spMk id="267" creationId="{3A13E2B2-9779-FB14-ABC8-BC071A8FA1E0}"/>
          </ac:spMkLst>
        </pc:spChg>
        <pc:spChg chg="add mod">
          <ac:chgData name="Lia Ossanna" userId="46d24f92-a3d9-425c-98e5-f4d1ec18a5c1" providerId="ADAL" clId="{3188B0A5-7A56-4BDD-8B38-4ED208104EB3}" dt="2026-01-12T22:22:57.554" v="1442" actId="20577"/>
          <ac:spMkLst>
            <pc:docMk/>
            <pc:sldMk cId="3935512563" sldId="256"/>
            <ac:spMk id="268" creationId="{07C39100-E618-8A3A-6B51-0D984D96A96A}"/>
          </ac:spMkLst>
        </pc:spChg>
        <pc:cxnChg chg="mod">
          <ac:chgData name="Lia Ossanna" userId="46d24f92-a3d9-425c-98e5-f4d1ec18a5c1" providerId="ADAL" clId="{3188B0A5-7A56-4BDD-8B38-4ED208104EB3}" dt="2026-01-12T21:56:46.961" v="332" actId="1076"/>
          <ac:cxnSpMkLst>
            <pc:docMk/>
            <pc:sldMk cId="3935512563" sldId="256"/>
            <ac:cxnSpMk id="33" creationId="{6A20D645-EC65-613D-7F4D-94C55F0A623A}"/>
          </ac:cxnSpMkLst>
        </pc:cxnChg>
        <pc:cxnChg chg="mod">
          <ac:chgData name="Lia Ossanna" userId="46d24f92-a3d9-425c-98e5-f4d1ec18a5c1" providerId="ADAL" clId="{3188B0A5-7A56-4BDD-8B38-4ED208104EB3}" dt="2026-01-12T22:07:42.938" v="988" actId="1076"/>
          <ac:cxnSpMkLst>
            <pc:docMk/>
            <pc:sldMk cId="3935512563" sldId="256"/>
            <ac:cxnSpMk id="34" creationId="{42B0D4C9-E029-680A-13CB-AE4080790685}"/>
          </ac:cxnSpMkLst>
        </pc:cxnChg>
        <pc:cxnChg chg="mod">
          <ac:chgData name="Lia Ossanna" userId="46d24f92-a3d9-425c-98e5-f4d1ec18a5c1" providerId="ADAL" clId="{3188B0A5-7A56-4BDD-8B38-4ED208104EB3}" dt="2026-01-12T21:42:11.955" v="146" actId="1076"/>
          <ac:cxnSpMkLst>
            <pc:docMk/>
            <pc:sldMk cId="3935512563" sldId="256"/>
            <ac:cxnSpMk id="37" creationId="{D7F99C18-1A02-3DE7-51D9-3AE1AF69853E}"/>
          </ac:cxnSpMkLst>
        </pc:cxnChg>
        <pc:cxnChg chg="mod">
          <ac:chgData name="Lia Ossanna" userId="46d24f92-a3d9-425c-98e5-f4d1ec18a5c1" providerId="ADAL" clId="{3188B0A5-7A56-4BDD-8B38-4ED208104EB3}" dt="2026-01-12T21:42:13.890" v="147" actId="1076"/>
          <ac:cxnSpMkLst>
            <pc:docMk/>
            <pc:sldMk cId="3935512563" sldId="256"/>
            <ac:cxnSpMk id="40" creationId="{125BD32C-0EA6-3E80-A668-7665EE3B41CA}"/>
          </ac:cxnSpMkLst>
        </pc:cxnChg>
        <pc:cxnChg chg="mod">
          <ac:chgData name="Lia Ossanna" userId="46d24f92-a3d9-425c-98e5-f4d1ec18a5c1" providerId="ADAL" clId="{3188B0A5-7A56-4BDD-8B38-4ED208104EB3}" dt="2026-01-12T22:07:45.658" v="989" actId="1076"/>
          <ac:cxnSpMkLst>
            <pc:docMk/>
            <pc:sldMk cId="3935512563" sldId="256"/>
            <ac:cxnSpMk id="43" creationId="{1A08B30F-12DD-B781-459D-85D4012B2EDF}"/>
          </ac:cxnSpMkLst>
        </pc:cxnChg>
        <pc:cxnChg chg="mod">
          <ac:chgData name="Lia Ossanna" userId="46d24f92-a3d9-425c-98e5-f4d1ec18a5c1" providerId="ADAL" clId="{3188B0A5-7A56-4BDD-8B38-4ED208104EB3}" dt="2026-01-12T22:07:48.287" v="990" actId="1076"/>
          <ac:cxnSpMkLst>
            <pc:docMk/>
            <pc:sldMk cId="3935512563" sldId="256"/>
            <ac:cxnSpMk id="44" creationId="{0AE8EE47-2AF5-60E5-DE91-C33A48040939}"/>
          </ac:cxnSpMkLst>
        </pc:cxnChg>
        <pc:cxnChg chg="add del mod">
          <ac:chgData name="Lia Ossanna" userId="46d24f92-a3d9-425c-98e5-f4d1ec18a5c1" providerId="ADAL" clId="{3188B0A5-7A56-4BDD-8B38-4ED208104EB3}" dt="2026-01-12T21:53:31.351" v="262" actId="21"/>
          <ac:cxnSpMkLst>
            <pc:docMk/>
            <pc:sldMk cId="3935512563" sldId="256"/>
            <ac:cxnSpMk id="53" creationId="{8E84181F-399A-45EA-1011-8510E64B8D99}"/>
          </ac:cxnSpMkLst>
        </pc:cxnChg>
        <pc:cxnChg chg="add del mod">
          <ac:chgData name="Lia Ossanna" userId="46d24f92-a3d9-425c-98e5-f4d1ec18a5c1" providerId="ADAL" clId="{3188B0A5-7A56-4BDD-8B38-4ED208104EB3}" dt="2026-01-12T21:53:31.351" v="262" actId="21"/>
          <ac:cxnSpMkLst>
            <pc:docMk/>
            <pc:sldMk cId="3935512563" sldId="256"/>
            <ac:cxnSpMk id="54" creationId="{F85C9AAD-9296-F8D0-9819-7548D00EC22B}"/>
          </ac:cxnSpMkLst>
        </pc:cxnChg>
        <pc:cxnChg chg="del mod">
          <ac:chgData name="Lia Ossanna" userId="46d24f92-a3d9-425c-98e5-f4d1ec18a5c1" providerId="ADAL" clId="{3188B0A5-7A56-4BDD-8B38-4ED208104EB3}" dt="2026-01-12T22:01:27.979" v="574" actId="478"/>
          <ac:cxnSpMkLst>
            <pc:docMk/>
            <pc:sldMk cId="3935512563" sldId="256"/>
            <ac:cxnSpMk id="59" creationId="{03123EDC-02CA-91DB-35D5-CA4261EAA419}"/>
          </ac:cxnSpMkLst>
        </pc:cxnChg>
        <pc:cxnChg chg="del mod">
          <ac:chgData name="Lia Ossanna" userId="46d24f92-a3d9-425c-98e5-f4d1ec18a5c1" providerId="ADAL" clId="{3188B0A5-7A56-4BDD-8B38-4ED208104EB3}" dt="2026-01-12T22:01:26.779" v="573" actId="478"/>
          <ac:cxnSpMkLst>
            <pc:docMk/>
            <pc:sldMk cId="3935512563" sldId="256"/>
            <ac:cxnSpMk id="62" creationId="{6530122B-1F86-FE04-8E9A-79C2CE89F442}"/>
          </ac:cxnSpMkLst>
        </pc:cxnChg>
        <pc:cxnChg chg="mod">
          <ac:chgData name="Lia Ossanna" userId="46d24f92-a3d9-425c-98e5-f4d1ec18a5c1" providerId="ADAL" clId="{3188B0A5-7A56-4BDD-8B38-4ED208104EB3}" dt="2026-01-12T22:08:43.928" v="1001" actId="1076"/>
          <ac:cxnSpMkLst>
            <pc:docMk/>
            <pc:sldMk cId="3935512563" sldId="256"/>
            <ac:cxnSpMk id="65" creationId="{A0B027F1-934C-E676-7DC2-D2EDF7E5C4C5}"/>
          </ac:cxnSpMkLst>
        </pc:cxnChg>
        <pc:cxnChg chg="mod">
          <ac:chgData name="Lia Ossanna" userId="46d24f92-a3d9-425c-98e5-f4d1ec18a5c1" providerId="ADAL" clId="{3188B0A5-7A56-4BDD-8B38-4ED208104EB3}" dt="2026-01-12T22:09:08.256" v="1038" actId="1076"/>
          <ac:cxnSpMkLst>
            <pc:docMk/>
            <pc:sldMk cId="3935512563" sldId="256"/>
            <ac:cxnSpMk id="69" creationId="{45A509D0-2C00-CEDE-13AF-8A8B71D3AC27}"/>
          </ac:cxnSpMkLst>
        </pc:cxnChg>
        <pc:cxnChg chg="del mod">
          <ac:chgData name="Lia Ossanna" userId="46d24f92-a3d9-425c-98e5-f4d1ec18a5c1" providerId="ADAL" clId="{3188B0A5-7A56-4BDD-8B38-4ED208104EB3}" dt="2026-01-12T22:02:09.734" v="576" actId="478"/>
          <ac:cxnSpMkLst>
            <pc:docMk/>
            <pc:sldMk cId="3935512563" sldId="256"/>
            <ac:cxnSpMk id="72" creationId="{45582F73-D67E-E501-126D-F3CE5F850995}"/>
          </ac:cxnSpMkLst>
        </pc:cxnChg>
        <pc:cxnChg chg="del mod">
          <ac:chgData name="Lia Ossanna" userId="46d24f92-a3d9-425c-98e5-f4d1ec18a5c1" providerId="ADAL" clId="{3188B0A5-7A56-4BDD-8B38-4ED208104EB3}" dt="2026-01-12T22:02:09.734" v="576" actId="478"/>
          <ac:cxnSpMkLst>
            <pc:docMk/>
            <pc:sldMk cId="3935512563" sldId="256"/>
            <ac:cxnSpMk id="75" creationId="{50AC3DA8-8A8E-6E99-59AC-BE8216686415}"/>
          </ac:cxnSpMkLst>
        </pc:cxnChg>
        <pc:cxnChg chg="del mod">
          <ac:chgData name="Lia Ossanna" userId="46d24f92-a3d9-425c-98e5-f4d1ec18a5c1" providerId="ADAL" clId="{3188B0A5-7A56-4BDD-8B38-4ED208104EB3}" dt="2026-01-12T22:02:09.734" v="576" actId="478"/>
          <ac:cxnSpMkLst>
            <pc:docMk/>
            <pc:sldMk cId="3935512563" sldId="256"/>
            <ac:cxnSpMk id="78" creationId="{601B8A1B-6141-1357-282A-A93A3AE89EC1}"/>
          </ac:cxnSpMkLst>
        </pc:cxnChg>
        <pc:cxnChg chg="del mod">
          <ac:chgData name="Lia Ossanna" userId="46d24f92-a3d9-425c-98e5-f4d1ec18a5c1" providerId="ADAL" clId="{3188B0A5-7A56-4BDD-8B38-4ED208104EB3}" dt="2026-01-12T22:02:09.734" v="576" actId="478"/>
          <ac:cxnSpMkLst>
            <pc:docMk/>
            <pc:sldMk cId="3935512563" sldId="256"/>
            <ac:cxnSpMk id="81" creationId="{A0121181-F98B-2E08-800E-98312EEA1C54}"/>
          </ac:cxnSpMkLst>
        </pc:cxnChg>
        <pc:cxnChg chg="mod">
          <ac:chgData name="Lia Ossanna" userId="46d24f92-a3d9-425c-98e5-f4d1ec18a5c1" providerId="ADAL" clId="{3188B0A5-7A56-4BDD-8B38-4ED208104EB3}" dt="2026-01-12T22:13:33.386" v="1289" actId="1076"/>
          <ac:cxnSpMkLst>
            <pc:docMk/>
            <pc:sldMk cId="3935512563" sldId="256"/>
            <ac:cxnSpMk id="84" creationId="{B5F3DA15-B80B-3098-E82B-F6F0C5E97DA4}"/>
          </ac:cxnSpMkLst>
        </pc:cxnChg>
        <pc:cxnChg chg="mod ord">
          <ac:chgData name="Lia Ossanna" userId="46d24f92-a3d9-425c-98e5-f4d1ec18a5c1" providerId="ADAL" clId="{3188B0A5-7A56-4BDD-8B38-4ED208104EB3}" dt="2026-01-12T22:14:42.230" v="1319" actId="1076"/>
          <ac:cxnSpMkLst>
            <pc:docMk/>
            <pc:sldMk cId="3935512563" sldId="256"/>
            <ac:cxnSpMk id="85" creationId="{3BDA92F3-DF6F-339F-51DC-2D339586DDC0}"/>
          </ac:cxnSpMkLst>
        </pc:cxnChg>
        <pc:cxnChg chg="mod">
          <ac:chgData name="Lia Ossanna" userId="46d24f92-a3d9-425c-98e5-f4d1ec18a5c1" providerId="ADAL" clId="{3188B0A5-7A56-4BDD-8B38-4ED208104EB3}" dt="2026-01-12T22:19:28.970" v="1431" actId="1076"/>
          <ac:cxnSpMkLst>
            <pc:docMk/>
            <pc:sldMk cId="3935512563" sldId="256"/>
            <ac:cxnSpMk id="90" creationId="{38EB6D58-D2E1-0443-368D-FD77DB5D3E7E}"/>
          </ac:cxnSpMkLst>
        </pc:cxnChg>
        <pc:cxnChg chg="del mod">
          <ac:chgData name="Lia Ossanna" userId="46d24f92-a3d9-425c-98e5-f4d1ec18a5c1" providerId="ADAL" clId="{3188B0A5-7A56-4BDD-8B38-4ED208104EB3}" dt="2026-01-12T22:18:40.229" v="1366" actId="478"/>
          <ac:cxnSpMkLst>
            <pc:docMk/>
            <pc:sldMk cId="3935512563" sldId="256"/>
            <ac:cxnSpMk id="91" creationId="{2EA4E0DF-9F4F-4E0E-64A9-204B71C65486}"/>
          </ac:cxnSpMkLst>
        </pc:cxnChg>
        <pc:cxnChg chg="add del mod">
          <ac:chgData name="Lia Ossanna" userId="46d24f92-a3d9-425c-98e5-f4d1ec18a5c1" providerId="ADAL" clId="{3188B0A5-7A56-4BDD-8B38-4ED208104EB3}" dt="2026-01-12T21:53:31.351" v="262" actId="21"/>
          <ac:cxnSpMkLst>
            <pc:docMk/>
            <pc:sldMk cId="3935512563" sldId="256"/>
            <ac:cxnSpMk id="96" creationId="{832E33F4-FC67-84CA-6019-C89F9C19B901}"/>
          </ac:cxnSpMkLst>
        </pc:cxnChg>
        <pc:cxnChg chg="add del mod">
          <ac:chgData name="Lia Ossanna" userId="46d24f92-a3d9-425c-98e5-f4d1ec18a5c1" providerId="ADAL" clId="{3188B0A5-7A56-4BDD-8B38-4ED208104EB3}" dt="2026-01-12T21:53:31.351" v="262" actId="21"/>
          <ac:cxnSpMkLst>
            <pc:docMk/>
            <pc:sldMk cId="3935512563" sldId="256"/>
            <ac:cxnSpMk id="97" creationId="{528CC616-35BC-5203-73E3-969633EDEE78}"/>
          </ac:cxnSpMkLst>
        </pc:cxnChg>
        <pc:cxnChg chg="add mod">
          <ac:chgData name="Lia Ossanna" userId="46d24f92-a3d9-425c-98e5-f4d1ec18a5c1" providerId="ADAL" clId="{3188B0A5-7A56-4BDD-8B38-4ED208104EB3}" dt="2026-01-12T22:01:48.527" v="575"/>
          <ac:cxnSpMkLst>
            <pc:docMk/>
            <pc:sldMk cId="3935512563" sldId="256"/>
            <ac:cxnSpMk id="179" creationId="{4B310C61-0DB9-AE45-E7A8-D22C5F6C1287}"/>
          </ac:cxnSpMkLst>
        </pc:cxnChg>
        <pc:cxnChg chg="add mod">
          <ac:chgData name="Lia Ossanna" userId="46d24f92-a3d9-425c-98e5-f4d1ec18a5c1" providerId="ADAL" clId="{3188B0A5-7A56-4BDD-8B38-4ED208104EB3}" dt="2026-01-12T22:01:48.527" v="575"/>
          <ac:cxnSpMkLst>
            <pc:docMk/>
            <pc:sldMk cId="3935512563" sldId="256"/>
            <ac:cxnSpMk id="180" creationId="{54201C5E-A1F3-3AA0-B29C-D82C539F39A1}"/>
          </ac:cxnSpMkLst>
        </pc:cxnChg>
        <pc:cxnChg chg="add mod">
          <ac:chgData name="Lia Ossanna" userId="46d24f92-a3d9-425c-98e5-f4d1ec18a5c1" providerId="ADAL" clId="{3188B0A5-7A56-4BDD-8B38-4ED208104EB3}" dt="2026-01-12T22:01:48.527" v="575"/>
          <ac:cxnSpMkLst>
            <pc:docMk/>
            <pc:sldMk cId="3935512563" sldId="256"/>
            <ac:cxnSpMk id="182" creationId="{7F6DBBE1-47EB-6253-6F9A-4F1E6097740E}"/>
          </ac:cxnSpMkLst>
        </pc:cxnChg>
        <pc:cxnChg chg="add mod">
          <ac:chgData name="Lia Ossanna" userId="46d24f92-a3d9-425c-98e5-f4d1ec18a5c1" providerId="ADAL" clId="{3188B0A5-7A56-4BDD-8B38-4ED208104EB3}" dt="2026-01-12T22:01:48.527" v="575"/>
          <ac:cxnSpMkLst>
            <pc:docMk/>
            <pc:sldMk cId="3935512563" sldId="256"/>
            <ac:cxnSpMk id="185" creationId="{F408CCE1-B623-2AE9-C692-66910185D23F}"/>
          </ac:cxnSpMkLst>
        </pc:cxnChg>
        <pc:cxnChg chg="add mod">
          <ac:chgData name="Lia Ossanna" userId="46d24f92-a3d9-425c-98e5-f4d1ec18a5c1" providerId="ADAL" clId="{3188B0A5-7A56-4BDD-8B38-4ED208104EB3}" dt="2026-01-12T22:03:08.660" v="592" actId="1076"/>
          <ac:cxnSpMkLst>
            <pc:docMk/>
            <pc:sldMk cId="3935512563" sldId="256"/>
            <ac:cxnSpMk id="191" creationId="{426DAF2D-5D21-4FEE-8310-CD2A3C58A955}"/>
          </ac:cxnSpMkLst>
        </pc:cxnChg>
        <pc:cxnChg chg="add mod">
          <ac:chgData name="Lia Ossanna" userId="46d24f92-a3d9-425c-98e5-f4d1ec18a5c1" providerId="ADAL" clId="{3188B0A5-7A56-4BDD-8B38-4ED208104EB3}" dt="2026-01-12T22:03:36.549" v="601" actId="1076"/>
          <ac:cxnSpMkLst>
            <pc:docMk/>
            <pc:sldMk cId="3935512563" sldId="256"/>
            <ac:cxnSpMk id="192" creationId="{74DFA481-7E5C-4A6F-2A57-49483880EA52}"/>
          </ac:cxnSpMkLst>
        </pc:cxnChg>
        <pc:cxnChg chg="add mod">
          <ac:chgData name="Lia Ossanna" userId="46d24f92-a3d9-425c-98e5-f4d1ec18a5c1" providerId="ADAL" clId="{3188B0A5-7A56-4BDD-8B38-4ED208104EB3}" dt="2026-01-12T22:04:25.453" v="768" actId="1076"/>
          <ac:cxnSpMkLst>
            <pc:docMk/>
            <pc:sldMk cId="3935512563" sldId="256"/>
            <ac:cxnSpMk id="194" creationId="{2E53DED5-6DC5-A808-DD74-3D4920FCC798}"/>
          </ac:cxnSpMkLst>
        </pc:cxnChg>
        <pc:cxnChg chg="mod">
          <ac:chgData name="Lia Ossanna" userId="46d24f92-a3d9-425c-98e5-f4d1ec18a5c1" providerId="ADAL" clId="{3188B0A5-7A56-4BDD-8B38-4ED208104EB3}" dt="2026-01-12T22:04:33.129" v="772" actId="1076"/>
          <ac:cxnSpMkLst>
            <pc:docMk/>
            <pc:sldMk cId="3935512563" sldId="256"/>
            <ac:cxnSpMk id="197" creationId="{C3E46348-C02D-DA21-7416-87957BC2F94C}"/>
          </ac:cxnSpMkLst>
        </pc:cxnChg>
        <pc:cxnChg chg="mod ord">
          <ac:chgData name="Lia Ossanna" userId="46d24f92-a3d9-425c-98e5-f4d1ec18a5c1" providerId="ADAL" clId="{3188B0A5-7A56-4BDD-8B38-4ED208104EB3}" dt="2026-01-12T22:04:31.398" v="771" actId="1076"/>
          <ac:cxnSpMkLst>
            <pc:docMk/>
            <pc:sldMk cId="3935512563" sldId="256"/>
            <ac:cxnSpMk id="198" creationId="{73356332-FC91-0F1E-A6CE-7413EE10321C}"/>
          </ac:cxnSpMkLst>
        </pc:cxnChg>
        <pc:cxnChg chg="add mod">
          <ac:chgData name="Lia Ossanna" userId="46d24f92-a3d9-425c-98e5-f4d1ec18a5c1" providerId="ADAL" clId="{3188B0A5-7A56-4BDD-8B38-4ED208104EB3}" dt="2026-01-12T22:09:25.171" v="1070" actId="20577"/>
          <ac:cxnSpMkLst>
            <pc:docMk/>
            <pc:sldMk cId="3935512563" sldId="256"/>
            <ac:cxnSpMk id="252" creationId="{6BD3115C-082F-65F6-A83F-3C4D209C8805}"/>
          </ac:cxnSpMkLst>
        </pc:cxnChg>
        <pc:cxnChg chg="add mod">
          <ac:chgData name="Lia Ossanna" userId="46d24f92-a3d9-425c-98e5-f4d1ec18a5c1" providerId="ADAL" clId="{3188B0A5-7A56-4BDD-8B38-4ED208104EB3}" dt="2026-01-12T22:17:44.489" v="1357" actId="14100"/>
          <ac:cxnSpMkLst>
            <pc:docMk/>
            <pc:sldMk cId="3935512563" sldId="256"/>
            <ac:cxnSpMk id="269" creationId="{E0313F09-FA13-0EA1-2891-80F52869428E}"/>
          </ac:cxnSpMkLst>
        </pc:cxnChg>
        <pc:cxnChg chg="add mod ord">
          <ac:chgData name="Lia Ossanna" userId="46d24f92-a3d9-425c-98e5-f4d1ec18a5c1" providerId="ADAL" clId="{3188B0A5-7A56-4BDD-8B38-4ED208104EB3}" dt="2026-01-12T22:17:57.962" v="1362" actId="167"/>
          <ac:cxnSpMkLst>
            <pc:docMk/>
            <pc:sldMk cId="3935512563" sldId="256"/>
            <ac:cxnSpMk id="272" creationId="{E1BF4E16-244C-631F-BE2D-507AE6FA9FE8}"/>
          </ac:cxnSpMkLst>
        </pc:cxnChg>
      </pc:sldChg>
      <pc:sldChg chg="modSp mod">
        <pc:chgData name="Lia Ossanna" userId="46d24f92-a3d9-425c-98e5-f4d1ec18a5c1" providerId="ADAL" clId="{3188B0A5-7A56-4BDD-8B38-4ED208104EB3}" dt="2026-01-12T22:29:22.283" v="1704" actId="20577"/>
        <pc:sldMkLst>
          <pc:docMk/>
          <pc:sldMk cId="1071036082" sldId="257"/>
        </pc:sldMkLst>
        <pc:spChg chg="mod">
          <ac:chgData name="Lia Ossanna" userId="46d24f92-a3d9-425c-98e5-f4d1ec18a5c1" providerId="ADAL" clId="{3188B0A5-7A56-4BDD-8B38-4ED208104EB3}" dt="2026-01-12T22:29:22.283" v="1704" actId="20577"/>
          <ac:spMkLst>
            <pc:docMk/>
            <pc:sldMk cId="1071036082" sldId="257"/>
            <ac:spMk id="5" creationId="{0C6B61A2-CE02-7126-8E0B-526A4AE7E9A7}"/>
          </ac:spMkLst>
        </pc:spChg>
        <pc:spChg chg="mod">
          <ac:chgData name="Lia Ossanna" userId="46d24f92-a3d9-425c-98e5-f4d1ec18a5c1" providerId="ADAL" clId="{3188B0A5-7A56-4BDD-8B38-4ED208104EB3}" dt="2026-01-12T22:28:12.303" v="1686" actId="27636"/>
          <ac:spMkLst>
            <pc:docMk/>
            <pc:sldMk cId="1071036082" sldId="257"/>
            <ac:spMk id="6" creationId="{7EB7D909-9D99-92BA-6A53-42854E5E7BE3}"/>
          </ac:spMkLst>
        </pc:spChg>
      </pc:sldChg>
      <pc:sldChg chg="addSp delSp modSp new mod ord">
        <pc:chgData name="Lia Ossanna" userId="46d24f92-a3d9-425c-98e5-f4d1ec18a5c1" providerId="ADAL" clId="{3188B0A5-7A56-4BDD-8B38-4ED208104EB3}" dt="2026-01-12T22:00:48.749" v="570" actId="1076"/>
        <pc:sldMkLst>
          <pc:docMk/>
          <pc:sldMk cId="371825970" sldId="258"/>
        </pc:sldMkLst>
        <pc:spChg chg="add mod">
          <ac:chgData name="Lia Ossanna" userId="46d24f92-a3d9-425c-98e5-f4d1ec18a5c1" providerId="ADAL" clId="{3188B0A5-7A56-4BDD-8B38-4ED208104EB3}" dt="2026-01-12T21:58:30.643" v="377" actId="20577"/>
          <ac:spMkLst>
            <pc:docMk/>
            <pc:sldMk cId="371825970" sldId="258"/>
            <ac:spMk id="3" creationId="{1942038A-78A8-866F-DF2A-B171D01DBA02}"/>
          </ac:spMkLst>
        </pc:spChg>
        <pc:spChg chg="add del mod">
          <ac:chgData name="Lia Ossanna" userId="46d24f92-a3d9-425c-98e5-f4d1ec18a5c1" providerId="ADAL" clId="{3188B0A5-7A56-4BDD-8B38-4ED208104EB3}" dt="2026-01-12T21:58:40.821" v="378" actId="478"/>
          <ac:spMkLst>
            <pc:docMk/>
            <pc:sldMk cId="371825970" sldId="258"/>
            <ac:spMk id="4" creationId="{0AB51325-8520-8BFA-B911-423253AA9EF8}"/>
          </ac:spMkLst>
        </pc:spChg>
        <pc:spChg chg="add mod">
          <ac:chgData name="Lia Ossanna" userId="46d24f92-a3d9-425c-98e5-f4d1ec18a5c1" providerId="ADAL" clId="{3188B0A5-7A56-4BDD-8B38-4ED208104EB3}" dt="2026-01-12T21:56:57.854" v="333" actId="207"/>
          <ac:spMkLst>
            <pc:docMk/>
            <pc:sldMk cId="371825970" sldId="258"/>
            <ac:spMk id="5" creationId="{5ED9FB7B-7D50-C8E5-9270-BC7D9B77824A}"/>
          </ac:spMkLst>
        </pc:spChg>
        <pc:spChg chg="add mod">
          <ac:chgData name="Lia Ossanna" userId="46d24f92-a3d9-425c-98e5-f4d1ec18a5c1" providerId="ADAL" clId="{3188B0A5-7A56-4BDD-8B38-4ED208104EB3}" dt="2026-01-12T21:56:57.854" v="333" actId="207"/>
          <ac:spMkLst>
            <pc:docMk/>
            <pc:sldMk cId="371825970" sldId="258"/>
            <ac:spMk id="12" creationId="{3642F6FB-3D74-CADC-9B1D-1AF7867268EF}"/>
          </ac:spMkLst>
        </pc:spChg>
        <pc:spChg chg="add mod">
          <ac:chgData name="Lia Ossanna" userId="46d24f92-a3d9-425c-98e5-f4d1ec18a5c1" providerId="ADAL" clId="{3188B0A5-7A56-4BDD-8B38-4ED208104EB3}" dt="2026-01-12T21:56:57.854" v="333" actId="207"/>
          <ac:spMkLst>
            <pc:docMk/>
            <pc:sldMk cId="371825970" sldId="258"/>
            <ac:spMk id="13" creationId="{EBC0A270-490A-C513-CA74-B3CBD8D28252}"/>
          </ac:spMkLst>
        </pc:spChg>
        <pc:spChg chg="add mod">
          <ac:chgData name="Lia Ossanna" userId="46d24f92-a3d9-425c-98e5-f4d1ec18a5c1" providerId="ADAL" clId="{3188B0A5-7A56-4BDD-8B38-4ED208104EB3}" dt="2026-01-12T21:59:49.931" v="451" actId="20577"/>
          <ac:spMkLst>
            <pc:docMk/>
            <pc:sldMk cId="371825970" sldId="258"/>
            <ac:spMk id="21" creationId="{66C0FA75-2E51-530F-40EE-051B8D747134}"/>
          </ac:spMkLst>
        </pc:spChg>
        <pc:spChg chg="add mod">
          <ac:chgData name="Lia Ossanna" userId="46d24f92-a3d9-425c-98e5-f4d1ec18a5c1" providerId="ADAL" clId="{3188B0A5-7A56-4BDD-8B38-4ED208104EB3}" dt="2026-01-12T21:59:52.636" v="453" actId="20577"/>
          <ac:spMkLst>
            <pc:docMk/>
            <pc:sldMk cId="371825970" sldId="258"/>
            <ac:spMk id="22" creationId="{7F9F1E07-4DB5-3D95-4ADA-6C352C766D0C}"/>
          </ac:spMkLst>
        </pc:spChg>
        <pc:spChg chg="add mod">
          <ac:chgData name="Lia Ossanna" userId="46d24f92-a3d9-425c-98e5-f4d1ec18a5c1" providerId="ADAL" clId="{3188B0A5-7A56-4BDD-8B38-4ED208104EB3}" dt="2026-01-12T21:56:57.854" v="333" actId="207"/>
          <ac:spMkLst>
            <pc:docMk/>
            <pc:sldMk cId="371825970" sldId="258"/>
            <ac:spMk id="28" creationId="{A82B3B13-CEDA-AAF5-24D0-0FDF5DE1ECF7}"/>
          </ac:spMkLst>
        </pc:spChg>
        <pc:spChg chg="add mod">
          <ac:chgData name="Lia Ossanna" userId="46d24f92-a3d9-425c-98e5-f4d1ec18a5c1" providerId="ADAL" clId="{3188B0A5-7A56-4BDD-8B38-4ED208104EB3}" dt="2026-01-12T21:56:57.854" v="333" actId="207"/>
          <ac:spMkLst>
            <pc:docMk/>
            <pc:sldMk cId="371825970" sldId="258"/>
            <ac:spMk id="29" creationId="{5915A3DF-E129-FE54-9556-A0440FBC719D}"/>
          </ac:spMkLst>
        </pc:spChg>
        <pc:spChg chg="add mod">
          <ac:chgData name="Lia Ossanna" userId="46d24f92-a3d9-425c-98e5-f4d1ec18a5c1" providerId="ADAL" clId="{3188B0A5-7A56-4BDD-8B38-4ED208104EB3}" dt="2026-01-12T22:00:48.749" v="570" actId="1076"/>
          <ac:spMkLst>
            <pc:docMk/>
            <pc:sldMk cId="371825970" sldId="258"/>
            <ac:spMk id="31" creationId="{C7582AD4-947D-77C6-DF94-5CD1FD8240A3}"/>
          </ac:spMkLst>
        </pc:spChg>
        <pc:spChg chg="add mod">
          <ac:chgData name="Lia Ossanna" userId="46d24f92-a3d9-425c-98e5-f4d1ec18a5c1" providerId="ADAL" clId="{3188B0A5-7A56-4BDD-8B38-4ED208104EB3}" dt="2026-01-12T22:00:24.241" v="467"/>
          <ac:spMkLst>
            <pc:docMk/>
            <pc:sldMk cId="371825970" sldId="258"/>
            <ac:spMk id="32" creationId="{061B6E0B-8691-BFDE-D58C-3EA07593EEA4}"/>
          </ac:spMkLst>
        </pc:spChg>
        <pc:cxnChg chg="add mod">
          <ac:chgData name="Lia Ossanna" userId="46d24f92-a3d9-425c-98e5-f4d1ec18a5c1" providerId="ADAL" clId="{3188B0A5-7A56-4BDD-8B38-4ED208104EB3}" dt="2026-01-12T21:58:04.792" v="340" actId="20577"/>
          <ac:cxnSpMkLst>
            <pc:docMk/>
            <pc:sldMk cId="371825970" sldId="258"/>
            <ac:cxnSpMk id="15" creationId="{1B7EC36A-59E5-F4C7-7067-68739BB4A22A}"/>
          </ac:cxnSpMkLst>
        </pc:cxnChg>
        <pc:cxnChg chg="add del mod">
          <ac:chgData name="Lia Ossanna" userId="46d24f92-a3d9-425c-98e5-f4d1ec18a5c1" providerId="ADAL" clId="{3188B0A5-7A56-4BDD-8B38-4ED208104EB3}" dt="2026-01-12T21:58:42.905" v="379" actId="478"/>
          <ac:cxnSpMkLst>
            <pc:docMk/>
            <pc:sldMk cId="371825970" sldId="258"/>
            <ac:cxnSpMk id="18" creationId="{B92F280D-144E-B1C4-48F5-CB536FAFD4CA}"/>
          </ac:cxnSpMkLst>
        </pc:cxnChg>
        <pc:cxnChg chg="add mod">
          <ac:chgData name="Lia Ossanna" userId="46d24f92-a3d9-425c-98e5-f4d1ec18a5c1" providerId="ADAL" clId="{3188B0A5-7A56-4BDD-8B38-4ED208104EB3}" dt="2026-01-12T21:59:00.814" v="380" actId="20577"/>
          <ac:cxnSpMkLst>
            <pc:docMk/>
            <pc:sldMk cId="371825970" sldId="258"/>
            <ac:cxnSpMk id="23" creationId="{712E2D57-4F4F-80AF-302A-824E66208095}"/>
          </ac:cxnSpMkLst>
        </pc:cxnChg>
        <pc:cxnChg chg="add mod">
          <ac:chgData name="Lia Ossanna" userId="46d24f92-a3d9-425c-98e5-f4d1ec18a5c1" providerId="ADAL" clId="{3188B0A5-7A56-4BDD-8B38-4ED208104EB3}" dt="2026-01-12T21:59:30.886" v="412" actId="20577"/>
          <ac:cxnSpMkLst>
            <pc:docMk/>
            <pc:sldMk cId="371825970" sldId="258"/>
            <ac:cxnSpMk id="26" creationId="{85C3D1B9-D68A-5834-728B-ECA15821D83C}"/>
          </ac:cxnSpMkLst>
        </pc:cxnChg>
        <pc:cxnChg chg="add mod">
          <ac:chgData name="Lia Ossanna" userId="46d24f92-a3d9-425c-98e5-f4d1ec18a5c1" providerId="ADAL" clId="{3188B0A5-7A56-4BDD-8B38-4ED208104EB3}" dt="2026-01-12T21:54:56.219" v="296" actId="1076"/>
          <ac:cxnSpMkLst>
            <pc:docMk/>
            <pc:sldMk cId="371825970" sldId="258"/>
            <ac:cxnSpMk id="53" creationId="{8E84181F-399A-45EA-1011-8510E64B8D99}"/>
          </ac:cxnSpMkLst>
        </pc:cxnChg>
        <pc:cxnChg chg="add mod">
          <ac:chgData name="Lia Ossanna" userId="46d24f92-a3d9-425c-98e5-f4d1ec18a5c1" providerId="ADAL" clId="{3188B0A5-7A56-4BDD-8B38-4ED208104EB3}" dt="2026-01-12T21:54:54.236" v="295" actId="1076"/>
          <ac:cxnSpMkLst>
            <pc:docMk/>
            <pc:sldMk cId="371825970" sldId="258"/>
            <ac:cxnSpMk id="54" creationId="{F85C9AAD-9296-F8D0-9819-7548D00EC22B}"/>
          </ac:cxnSpMkLst>
        </pc:cxnChg>
        <pc:cxnChg chg="add mod">
          <ac:chgData name="Lia Ossanna" userId="46d24f92-a3d9-425c-98e5-f4d1ec18a5c1" providerId="ADAL" clId="{3188B0A5-7A56-4BDD-8B38-4ED208104EB3}" dt="2026-01-12T21:55:04.242" v="300" actId="1076"/>
          <ac:cxnSpMkLst>
            <pc:docMk/>
            <pc:sldMk cId="371825970" sldId="258"/>
            <ac:cxnSpMk id="96" creationId="{832E33F4-FC67-84CA-6019-C89F9C19B901}"/>
          </ac:cxnSpMkLst>
        </pc:cxnChg>
        <pc:cxnChg chg="add mod">
          <ac:chgData name="Lia Ossanna" userId="46d24f92-a3d9-425c-98e5-f4d1ec18a5c1" providerId="ADAL" clId="{3188B0A5-7A56-4BDD-8B38-4ED208104EB3}" dt="2026-01-12T21:55:00.791" v="298" actId="1076"/>
          <ac:cxnSpMkLst>
            <pc:docMk/>
            <pc:sldMk cId="371825970" sldId="258"/>
            <ac:cxnSpMk id="97" creationId="{528CC616-35BC-5203-73E3-969633EDEE78}"/>
          </ac:cxnSpMkLst>
        </pc:cxnChg>
      </pc:sldChg>
      <pc:sldChg chg="addSp delSp modSp new mod modClrScheme chgLayout">
        <pc:chgData name="Lia Ossanna" userId="46d24f92-a3d9-425c-98e5-f4d1ec18a5c1" providerId="ADAL" clId="{3188B0A5-7A56-4BDD-8B38-4ED208104EB3}" dt="2026-01-12T23:13:30.669" v="1962" actId="20577"/>
        <pc:sldMkLst>
          <pc:docMk/>
          <pc:sldMk cId="1812141213" sldId="259"/>
        </pc:sldMkLst>
        <pc:spChg chg="del mod ord">
          <ac:chgData name="Lia Ossanna" userId="46d24f92-a3d9-425c-98e5-f4d1ec18a5c1" providerId="ADAL" clId="{3188B0A5-7A56-4BDD-8B38-4ED208104EB3}" dt="2026-01-12T23:11:16.709" v="1709" actId="700"/>
          <ac:spMkLst>
            <pc:docMk/>
            <pc:sldMk cId="1812141213" sldId="259"/>
            <ac:spMk id="2" creationId="{53A3BAE8-B170-6A04-4088-CFA1886F13F3}"/>
          </ac:spMkLst>
        </pc:spChg>
        <pc:spChg chg="del mod ord">
          <ac:chgData name="Lia Ossanna" userId="46d24f92-a3d9-425c-98e5-f4d1ec18a5c1" providerId="ADAL" clId="{3188B0A5-7A56-4BDD-8B38-4ED208104EB3}" dt="2026-01-12T23:11:16.709" v="1709" actId="700"/>
          <ac:spMkLst>
            <pc:docMk/>
            <pc:sldMk cId="1812141213" sldId="259"/>
            <ac:spMk id="3" creationId="{C78B0948-EE77-BFB4-FBAC-678DE06CA6EE}"/>
          </ac:spMkLst>
        </pc:spChg>
        <pc:spChg chg="del">
          <ac:chgData name="Lia Ossanna" userId="46d24f92-a3d9-425c-98e5-f4d1ec18a5c1" providerId="ADAL" clId="{3188B0A5-7A56-4BDD-8B38-4ED208104EB3}" dt="2026-01-12T23:11:16.709" v="1709" actId="700"/>
          <ac:spMkLst>
            <pc:docMk/>
            <pc:sldMk cId="1812141213" sldId="259"/>
            <ac:spMk id="4" creationId="{F86EE51A-D80A-4F7C-35BE-6E34A05D7070}"/>
          </ac:spMkLst>
        </pc:spChg>
        <pc:spChg chg="add mod ord">
          <ac:chgData name="Lia Ossanna" userId="46d24f92-a3d9-425c-98e5-f4d1ec18a5c1" providerId="ADAL" clId="{3188B0A5-7A56-4BDD-8B38-4ED208104EB3}" dt="2026-01-12T23:11:29.382" v="1725" actId="20577"/>
          <ac:spMkLst>
            <pc:docMk/>
            <pc:sldMk cId="1812141213" sldId="259"/>
            <ac:spMk id="5" creationId="{DBB8FC7F-B5F7-C939-0FCB-066900D4AA9B}"/>
          </ac:spMkLst>
        </pc:spChg>
        <pc:spChg chg="add mod ord">
          <ac:chgData name="Lia Ossanna" userId="46d24f92-a3d9-425c-98e5-f4d1ec18a5c1" providerId="ADAL" clId="{3188B0A5-7A56-4BDD-8B38-4ED208104EB3}" dt="2026-01-12T23:13:30.669" v="1962" actId="20577"/>
          <ac:spMkLst>
            <pc:docMk/>
            <pc:sldMk cId="1812141213" sldId="259"/>
            <ac:spMk id="6" creationId="{C950CDB0-982E-FD61-B391-8B888BC84B96}"/>
          </ac:spMkLst>
        </pc:spChg>
      </pc:sldChg>
      <pc:sldChg chg="new del">
        <pc:chgData name="Lia Ossanna" userId="46d24f92-a3d9-425c-98e5-f4d1ec18a5c1" providerId="ADAL" clId="{3188B0A5-7A56-4BDD-8B38-4ED208104EB3}" dt="2026-01-12T23:10:58.397" v="1707" actId="47"/>
        <pc:sldMkLst>
          <pc:docMk/>
          <pc:sldMk cId="2440564028" sldId="259"/>
        </pc:sldMkLst>
      </pc:sldChg>
      <pc:sldChg chg="addSp delSp modSp new del mod modClrScheme chgLayout">
        <pc:chgData name="Lia Ossanna" userId="46d24f92-a3d9-425c-98e5-f4d1ec18a5c1" providerId="ADAL" clId="{3188B0A5-7A56-4BDD-8B38-4ED208104EB3}" dt="2026-01-12T22:22:08.918" v="1438" actId="47"/>
        <pc:sldMkLst>
          <pc:docMk/>
          <pc:sldMk cId="3989154884" sldId="259"/>
        </pc:sldMkLst>
        <pc:spChg chg="del">
          <ac:chgData name="Lia Ossanna" userId="46d24f92-a3d9-425c-98e5-f4d1ec18a5c1" providerId="ADAL" clId="{3188B0A5-7A56-4BDD-8B38-4ED208104EB3}" dt="2026-01-12T22:02:25.690" v="579" actId="700"/>
          <ac:spMkLst>
            <pc:docMk/>
            <pc:sldMk cId="3989154884" sldId="259"/>
            <ac:spMk id="2" creationId="{85F8A90D-57BF-2684-8970-FD732F9AE4A0}"/>
          </ac:spMkLst>
        </pc:spChg>
        <pc:spChg chg="del">
          <ac:chgData name="Lia Ossanna" userId="46d24f92-a3d9-425c-98e5-f4d1ec18a5c1" providerId="ADAL" clId="{3188B0A5-7A56-4BDD-8B38-4ED208104EB3}" dt="2026-01-12T22:02:25.690" v="579" actId="700"/>
          <ac:spMkLst>
            <pc:docMk/>
            <pc:sldMk cId="3989154884" sldId="259"/>
            <ac:spMk id="3" creationId="{E77CC94F-E395-AD4F-8735-B495CBACB6A0}"/>
          </ac:spMkLst>
        </pc:spChg>
        <pc:spChg chg="del">
          <ac:chgData name="Lia Ossanna" userId="46d24f92-a3d9-425c-98e5-f4d1ec18a5c1" providerId="ADAL" clId="{3188B0A5-7A56-4BDD-8B38-4ED208104EB3}" dt="2026-01-12T22:02:25.690" v="579" actId="700"/>
          <ac:spMkLst>
            <pc:docMk/>
            <pc:sldMk cId="3989154884" sldId="259"/>
            <ac:spMk id="4" creationId="{8E89C4D6-84CE-9429-8C18-64F90A2AF649}"/>
          </ac:spMkLst>
        </pc:spChg>
        <pc:spChg chg="add mod">
          <ac:chgData name="Lia Ossanna" userId="46d24f92-a3d9-425c-98e5-f4d1ec18a5c1" providerId="ADAL" clId="{3188B0A5-7A56-4BDD-8B38-4ED208104EB3}" dt="2026-01-12T22:02:32.149" v="581" actId="1076"/>
          <ac:spMkLst>
            <pc:docMk/>
            <pc:sldMk cId="3989154884" sldId="259"/>
            <ac:spMk id="5" creationId="{43508BF6-BF4A-48AD-D530-0EFF311D5CF9}"/>
          </ac:spMkLst>
        </pc:spChg>
        <pc:spChg chg="add del mod">
          <ac:chgData name="Lia Ossanna" userId="46d24f92-a3d9-425c-98e5-f4d1ec18a5c1" providerId="ADAL" clId="{3188B0A5-7A56-4BDD-8B38-4ED208104EB3}" dt="2026-01-12T22:02:29.869" v="580" actId="478"/>
          <ac:spMkLst>
            <pc:docMk/>
            <pc:sldMk cId="3989154884" sldId="259"/>
            <ac:spMk id="6" creationId="{CAC8497D-8A0F-662C-EA9D-68000DA861F6}"/>
          </ac:spMkLst>
        </pc:spChg>
        <pc:spChg chg="add mod">
          <ac:chgData name="Lia Ossanna" userId="46d24f92-a3d9-425c-98e5-f4d1ec18a5c1" providerId="ADAL" clId="{3188B0A5-7A56-4BDD-8B38-4ED208104EB3}" dt="2026-01-12T22:02:33.973" v="582" actId="1076"/>
          <ac:spMkLst>
            <pc:docMk/>
            <pc:sldMk cId="3989154884" sldId="259"/>
            <ac:spMk id="7" creationId="{9CF54C1B-63D9-6A7F-0F55-BD4BDD1120EF}"/>
          </ac:spMkLst>
        </pc:spChg>
        <pc:spChg chg="add mod">
          <ac:chgData name="Lia Ossanna" userId="46d24f92-a3d9-425c-98e5-f4d1ec18a5c1" providerId="ADAL" clId="{3188B0A5-7A56-4BDD-8B38-4ED208104EB3}" dt="2026-01-12T22:02:41.698" v="586" actId="1076"/>
          <ac:spMkLst>
            <pc:docMk/>
            <pc:sldMk cId="3989154884" sldId="259"/>
            <ac:spMk id="8" creationId="{B9C0E7C8-54A1-2C84-A751-0C0809FD063E}"/>
          </ac:spMkLst>
        </pc:spChg>
        <pc:spChg chg="add mod">
          <ac:chgData name="Lia Ossanna" userId="46d24f92-a3d9-425c-98e5-f4d1ec18a5c1" providerId="ADAL" clId="{3188B0A5-7A56-4BDD-8B38-4ED208104EB3}" dt="2026-01-12T22:02:21.599" v="578"/>
          <ac:spMkLst>
            <pc:docMk/>
            <pc:sldMk cId="3989154884" sldId="259"/>
            <ac:spMk id="11" creationId="{9863871A-74A3-CEDC-4CFF-D184C6A87092}"/>
          </ac:spMkLst>
        </pc:spChg>
        <pc:spChg chg="add mod">
          <ac:chgData name="Lia Ossanna" userId="46d24f92-a3d9-425c-98e5-f4d1ec18a5c1" providerId="ADAL" clId="{3188B0A5-7A56-4BDD-8B38-4ED208104EB3}" dt="2026-01-12T22:02:44.509" v="587" actId="1076"/>
          <ac:spMkLst>
            <pc:docMk/>
            <pc:sldMk cId="3989154884" sldId="259"/>
            <ac:spMk id="13" creationId="{0B0B79EB-8CCB-32B0-72E7-CE38693368A9}"/>
          </ac:spMkLst>
        </pc:spChg>
        <pc:spChg chg="add mod">
          <ac:chgData name="Lia Ossanna" userId="46d24f92-a3d9-425c-98e5-f4d1ec18a5c1" providerId="ADAL" clId="{3188B0A5-7A56-4BDD-8B38-4ED208104EB3}" dt="2026-01-12T22:02:47.771" v="588" actId="1076"/>
          <ac:spMkLst>
            <pc:docMk/>
            <pc:sldMk cId="3989154884" sldId="259"/>
            <ac:spMk id="14" creationId="{B4A4F242-AEE4-840E-3594-533E4EE0EF3E}"/>
          </ac:spMkLst>
        </pc:spChg>
        <pc:spChg chg="add mod">
          <ac:chgData name="Lia Ossanna" userId="46d24f92-a3d9-425c-98e5-f4d1ec18a5c1" providerId="ADAL" clId="{3188B0A5-7A56-4BDD-8B38-4ED208104EB3}" dt="2026-01-12T22:02:35.809" v="583" actId="1076"/>
          <ac:spMkLst>
            <pc:docMk/>
            <pc:sldMk cId="3989154884" sldId="259"/>
            <ac:spMk id="17" creationId="{5D76E110-F297-3B98-73AC-9040458990AB}"/>
          </ac:spMkLst>
        </pc:spChg>
        <pc:cxnChg chg="add mod">
          <ac:chgData name="Lia Ossanna" userId="46d24f92-a3d9-425c-98e5-f4d1ec18a5c1" providerId="ADAL" clId="{3188B0A5-7A56-4BDD-8B38-4ED208104EB3}" dt="2026-01-12T22:02:33.973" v="582" actId="1076"/>
          <ac:cxnSpMkLst>
            <pc:docMk/>
            <pc:sldMk cId="3989154884" sldId="259"/>
            <ac:cxnSpMk id="9" creationId="{4E4132D0-54EE-EEB5-329E-84281F84B33F}"/>
          </ac:cxnSpMkLst>
        </pc:cxnChg>
        <pc:cxnChg chg="add mod">
          <ac:chgData name="Lia Ossanna" userId="46d24f92-a3d9-425c-98e5-f4d1ec18a5c1" providerId="ADAL" clId="{3188B0A5-7A56-4BDD-8B38-4ED208104EB3}" dt="2026-01-12T22:02:41.698" v="586" actId="1076"/>
          <ac:cxnSpMkLst>
            <pc:docMk/>
            <pc:sldMk cId="3989154884" sldId="259"/>
            <ac:cxnSpMk id="10" creationId="{F7913869-2F13-E3F7-49B8-D5BB714E2124}"/>
          </ac:cxnSpMkLst>
        </pc:cxnChg>
        <pc:cxnChg chg="mod">
          <ac:chgData name="Lia Ossanna" userId="46d24f92-a3d9-425c-98e5-f4d1ec18a5c1" providerId="ADAL" clId="{3188B0A5-7A56-4BDD-8B38-4ED208104EB3}" dt="2026-01-12T22:02:33.973" v="582" actId="1076"/>
          <ac:cxnSpMkLst>
            <pc:docMk/>
            <pc:sldMk cId="3989154884" sldId="259"/>
            <ac:cxnSpMk id="12" creationId="{0522BCDA-4D50-3984-04B0-8CE8CCACF1AD}"/>
          </ac:cxnSpMkLst>
        </pc:cxnChg>
        <pc:cxnChg chg="mod">
          <ac:chgData name="Lia Ossanna" userId="46d24f92-a3d9-425c-98e5-f4d1ec18a5c1" providerId="ADAL" clId="{3188B0A5-7A56-4BDD-8B38-4ED208104EB3}" dt="2026-01-12T22:02:44.509" v="587" actId="1076"/>
          <ac:cxnSpMkLst>
            <pc:docMk/>
            <pc:sldMk cId="3989154884" sldId="259"/>
            <ac:cxnSpMk id="15" creationId="{14E728F7-3CAF-5F27-7284-001315F96F7F}"/>
          </ac:cxnSpMkLst>
        </pc:cxnChg>
        <pc:cxnChg chg="mod">
          <ac:chgData name="Lia Ossanna" userId="46d24f92-a3d9-425c-98e5-f4d1ec18a5c1" providerId="ADAL" clId="{3188B0A5-7A56-4BDD-8B38-4ED208104EB3}" dt="2026-01-12T22:02:47.771" v="588" actId="1076"/>
          <ac:cxnSpMkLst>
            <pc:docMk/>
            <pc:sldMk cId="3989154884" sldId="259"/>
            <ac:cxnSpMk id="16" creationId="{D7735ED0-9083-3D0B-507A-0C6C3E5A212B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8445D-43C0-BCD3-35C2-9730EFC045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A859B-9596-D19B-7FB2-F25C2B51E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A9D5B-201B-6B5F-0D48-1FC3240AF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1D5C2-A3CC-45FA-B6C9-A84E68026FA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2C539-A593-CF79-F992-46D7AA6A8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7FEC2-2B97-4299-F2DB-66813796E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891B6-2219-479D-8190-BE53E8557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929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50FA1-0263-023C-0B29-C1A66CC88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6534D-4901-2DA4-A0E3-4CBC8B399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64C2D-28F3-DDBD-C231-66DF08130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1D5C2-A3CC-45FA-B6C9-A84E68026FA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22726-0757-D047-9ABB-717283247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CEB33-5EDA-F363-7BEE-F2EC69901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891B6-2219-479D-8190-BE53E8557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67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C751F-5D33-DC47-CA0C-23F065864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B0214-B41E-DD48-132B-1F3A98A6C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2D668-9664-8EC9-AE3F-A9BF5DE5C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1D5C2-A3CC-45FA-B6C9-A84E68026FA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CFF30-AE5D-D318-0CC5-B2F7258FA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14315-D94A-333A-D146-9022DEA67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891B6-2219-479D-8190-BE53E8557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23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9B5C5-17B6-6732-29BF-FA3A2AD65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6C8FE-1738-B055-9C2A-696496CF85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05418B-77F3-6173-2B66-55D653BC24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04A81D-3A7D-23DD-7C4A-A4FA85DE3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1D5C2-A3CC-45FA-B6C9-A84E68026FA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2CD53-E9F9-3C41-35DD-A52EFF0D2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60086-2C63-D949-492E-C122D8D5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891B6-2219-479D-8190-BE53E8557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29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A8D02-2BFD-2647-66B3-66EA62F79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A8CFD-546D-17AB-CCC4-80F4DA393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82A6AA-6439-2A73-F681-E49E4C3AE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91BC67-DDFD-0F3F-8FF3-997C8E54A6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51A177-8770-DB0E-10F8-760134AF51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3EAA6A-7373-23AE-F595-9936FEAD9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1D5C2-A3CC-45FA-B6C9-A84E68026FA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640888-6AAC-2920-08A4-059235847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E92AF1-C25C-737E-4015-035BAC646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891B6-2219-479D-8190-BE53E8557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994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23F54-9F7D-8C1A-445C-C27204B80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94D10B-F020-A702-93AC-5E0978492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1D5C2-A3CC-45FA-B6C9-A84E68026FA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E8BD30-2880-863D-2492-8D6337D35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C965E7-1CAF-8730-646C-903420AB3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891B6-2219-479D-8190-BE53E8557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272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9F77AB-2FB3-ADF0-0F9F-BC43CBA14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1D5C2-A3CC-45FA-B6C9-A84E68026FA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3B8D46-DA6A-572D-CE75-77C84BB47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5C7D6-EA6F-4570-AC28-EBC82355A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891B6-2219-479D-8190-BE53E8557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590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2DF23-D59B-F1F6-7C5E-0FD9A1816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08294-4729-1644-0884-F1E05FBA4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398087-7929-F5F3-8681-CF505F995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882B6C-27C2-7488-ADCE-F906D49CD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1D5C2-A3CC-45FA-B6C9-A84E68026FA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1F9C5-6CC7-BA82-F185-2A4E1C04E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C2FF51-1A6A-7D82-E33D-0A140767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891B6-2219-479D-8190-BE53E8557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932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9B437-D6C4-E637-92BA-536FE74D8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EA1B98-1A96-5C8A-43D4-9AEAF04926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ED7E1-6A92-E414-4B1E-CDAED78B7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F8587D-8BF1-5E5A-50CB-98907F045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1D5C2-A3CC-45FA-B6C9-A84E68026FA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7B8D1-FEEA-0BF6-27B7-22690AFD2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B4B1F-8C78-A62E-4236-0753DCC4E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891B6-2219-479D-8190-BE53E8557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517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25C5C-39DE-0A05-40B0-8E38F91BE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D304DC-26A9-C439-132C-E3DB275C9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4F0C7-C24C-2A8B-0D27-51F20D4D4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1D5C2-A3CC-45FA-B6C9-A84E68026FA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96A03-AE12-C035-E70A-2A107DF26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A3E4E-0B06-5280-4156-FCBBBDB2B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891B6-2219-479D-8190-BE53E8557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175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4118DF-898D-59B2-3DED-FFF91AB5C1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402092-930C-6051-5A16-143001EEDF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E9C8C-4945-C47F-B780-B94E8B4FE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1D5C2-A3CC-45FA-B6C9-A84E68026FA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15B1D-A477-6C7F-9E17-D72605486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7C1A9-10A4-3608-78A4-BE06E1DDF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891B6-2219-479D-8190-BE53E8557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615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564459-E774-7878-35FB-DE0BBA82A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D76E0-384F-26CF-77B8-CF7E389D6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23E58-2249-B830-3905-B838FFE50F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01D5C2-A3CC-45FA-B6C9-A84E68026FA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3E9FB-6D49-61E3-2C61-2E6B2E15CB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9D7FB-EA62-BD0E-6DBA-04294D3A9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891B6-2219-479D-8190-BE53E8557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94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D9FB7B-7D50-C8E5-9270-BC7D9B77824A}"/>
              </a:ext>
            </a:extLst>
          </p:cNvPr>
          <p:cNvSpPr txBox="1"/>
          <p:nvPr/>
        </p:nvSpPr>
        <p:spPr>
          <a:xfrm>
            <a:off x="4318000" y="394382"/>
            <a:ext cx="3158066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LDC &amp; land treatment do NOT overlap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42F6FB-3D74-CADC-9B1D-1AF7867268EF}"/>
              </a:ext>
            </a:extLst>
          </p:cNvPr>
          <p:cNvSpPr txBox="1"/>
          <p:nvPr/>
        </p:nvSpPr>
        <p:spPr>
          <a:xfrm>
            <a:off x="5033432" y="1778311"/>
            <a:ext cx="1507067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HAS wildfire info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C0A270-490A-C513-CA74-B3CBD8D28252}"/>
              </a:ext>
            </a:extLst>
          </p:cNvPr>
          <p:cNvSpPr txBox="1"/>
          <p:nvPr/>
        </p:nvSpPr>
        <p:spPr>
          <a:xfrm>
            <a:off x="9359900" y="1878198"/>
            <a:ext cx="142240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NO wildfire info (1)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2B3B13-CEDA-AAF5-24D0-0FDF5DE1ECF7}"/>
              </a:ext>
            </a:extLst>
          </p:cNvPr>
          <p:cNvSpPr txBox="1"/>
          <p:nvPr/>
        </p:nvSpPr>
        <p:spPr>
          <a:xfrm>
            <a:off x="2501902" y="3118700"/>
            <a:ext cx="189653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LDC monitored BEFORE first wildfire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15A3DF-E129-FE54-9556-A0440FBC719D}"/>
              </a:ext>
            </a:extLst>
          </p:cNvPr>
          <p:cNvSpPr txBox="1"/>
          <p:nvPr/>
        </p:nvSpPr>
        <p:spPr>
          <a:xfrm>
            <a:off x="8343901" y="3349533"/>
            <a:ext cx="172719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LDC monitored AFTER first wildfire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E84181F-399A-45EA-1011-8510E64B8D99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 flipH="1">
            <a:off x="5786966" y="1102268"/>
            <a:ext cx="110067" cy="67604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85C9AAD-9296-F8D0-9819-7548D00EC22B}"/>
              </a:ext>
            </a:extLst>
          </p:cNvPr>
          <p:cNvCxnSpPr>
            <a:cxnSpLocks/>
            <a:stCxn id="5" idx="2"/>
            <a:endCxn id="13" idx="0"/>
          </p:cNvCxnSpPr>
          <p:nvPr/>
        </p:nvCxnSpPr>
        <p:spPr>
          <a:xfrm>
            <a:off x="5897033" y="1102268"/>
            <a:ext cx="4174067" cy="77593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832E33F4-FC67-84CA-6019-C89F9C19B901}"/>
              </a:ext>
            </a:extLst>
          </p:cNvPr>
          <p:cNvCxnSpPr>
            <a:cxnSpLocks/>
            <a:stCxn id="12" idx="2"/>
            <a:endCxn id="28" idx="0"/>
          </p:cNvCxnSpPr>
          <p:nvPr/>
        </p:nvCxnSpPr>
        <p:spPr>
          <a:xfrm flipH="1">
            <a:off x="3450168" y="2363086"/>
            <a:ext cx="2336798" cy="755614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528CC616-35BC-5203-73E3-969633EDEE78}"/>
              </a:ext>
            </a:extLst>
          </p:cNvPr>
          <p:cNvCxnSpPr>
            <a:cxnSpLocks/>
            <a:stCxn id="12" idx="2"/>
            <a:endCxn id="29" idx="0"/>
          </p:cNvCxnSpPr>
          <p:nvPr/>
        </p:nvCxnSpPr>
        <p:spPr>
          <a:xfrm>
            <a:off x="5786966" y="2363086"/>
            <a:ext cx="3420535" cy="986447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942038A-78A8-866F-DF2A-B171D01DBA02}"/>
              </a:ext>
            </a:extLst>
          </p:cNvPr>
          <p:cNvSpPr txBox="1"/>
          <p:nvPr/>
        </p:nvSpPr>
        <p:spPr>
          <a:xfrm>
            <a:off x="706967" y="4375390"/>
            <a:ext cx="189653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LDC monitored BEFORE most recent wildfire (2)</a:t>
            </a:r>
          </a:p>
          <a:p>
            <a:pPr algn="ctr"/>
            <a:r>
              <a:rPr lang="en-US" sz="1200" dirty="0"/>
              <a:t>LDC </a:t>
            </a:r>
            <a:r>
              <a:rPr lang="en-US" sz="1200" dirty="0">
                <a:sym typeface="Wingdings" panose="05000000000000000000" pitchFamily="2" charset="2"/>
              </a:rPr>
              <a:t> Fire1  </a:t>
            </a:r>
            <a:r>
              <a:rPr lang="en-US" sz="1200" dirty="0" err="1">
                <a:sym typeface="Wingdings" panose="05000000000000000000" pitchFamily="2" charset="2"/>
              </a:rPr>
              <a:t>FireMR</a:t>
            </a:r>
            <a:endParaRPr lang="en-US" sz="12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B7EC36A-59E5-F4C7-7067-68739BB4A22A}"/>
              </a:ext>
            </a:extLst>
          </p:cNvPr>
          <p:cNvCxnSpPr>
            <a:cxnSpLocks/>
            <a:stCxn id="28" idx="2"/>
            <a:endCxn id="3" idx="0"/>
          </p:cNvCxnSpPr>
          <p:nvPr/>
        </p:nvCxnSpPr>
        <p:spPr>
          <a:xfrm flipH="1">
            <a:off x="1655233" y="3580365"/>
            <a:ext cx="1794935" cy="79502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6C0FA75-2E51-530F-40EE-051B8D747134}"/>
              </a:ext>
            </a:extLst>
          </p:cNvPr>
          <p:cNvSpPr txBox="1"/>
          <p:nvPr/>
        </p:nvSpPr>
        <p:spPr>
          <a:xfrm>
            <a:off x="6553198" y="4797644"/>
            <a:ext cx="189653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LDC monitored BEFORE most recent wildfire (3)</a:t>
            </a:r>
            <a:endParaRPr lang="en-US" sz="1200" dirty="0"/>
          </a:p>
          <a:p>
            <a:pPr algn="ctr"/>
            <a:r>
              <a:rPr lang="en-US" sz="1200" dirty="0"/>
              <a:t>Fire1 </a:t>
            </a:r>
            <a:r>
              <a:rPr lang="en-US" sz="1200" dirty="0">
                <a:sym typeface="Wingdings" panose="05000000000000000000" pitchFamily="2" charset="2"/>
              </a:rPr>
              <a:t> LDC  </a:t>
            </a:r>
            <a:r>
              <a:rPr lang="en-US" sz="1200" dirty="0" err="1">
                <a:sym typeface="Wingdings" panose="05000000000000000000" pitchFamily="2" charset="2"/>
              </a:rPr>
              <a:t>FireMR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9F1E07-4DB5-3D95-4ADA-6C352C766D0C}"/>
              </a:ext>
            </a:extLst>
          </p:cNvPr>
          <p:cNvSpPr txBox="1"/>
          <p:nvPr/>
        </p:nvSpPr>
        <p:spPr>
          <a:xfrm>
            <a:off x="9931397" y="4758233"/>
            <a:ext cx="189653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LDC monitored AFTER most recent wildfire (4)</a:t>
            </a:r>
          </a:p>
          <a:p>
            <a:pPr algn="ctr"/>
            <a:r>
              <a:rPr lang="en-US" sz="1200" dirty="0"/>
              <a:t>Fire1 </a:t>
            </a:r>
            <a:r>
              <a:rPr lang="en-US" sz="1200" dirty="0">
                <a:sym typeface="Wingdings" panose="05000000000000000000" pitchFamily="2" charset="2"/>
              </a:rPr>
              <a:t> </a:t>
            </a:r>
            <a:r>
              <a:rPr lang="en-US" sz="1200" dirty="0" err="1">
                <a:sym typeface="Wingdings" panose="05000000000000000000" pitchFamily="2" charset="2"/>
              </a:rPr>
              <a:t>FireMR</a:t>
            </a:r>
            <a:r>
              <a:rPr lang="en-US" sz="1200" dirty="0">
                <a:sym typeface="Wingdings" panose="05000000000000000000" pitchFamily="2" charset="2"/>
              </a:rPr>
              <a:t>  LDC</a:t>
            </a:r>
            <a:endParaRPr lang="en-US" sz="12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12E2D57-4F4F-80AF-302A-824E66208095}"/>
              </a:ext>
            </a:extLst>
          </p:cNvPr>
          <p:cNvCxnSpPr>
            <a:cxnSpLocks/>
            <a:stCxn id="29" idx="2"/>
            <a:endCxn id="21" idx="0"/>
          </p:cNvCxnSpPr>
          <p:nvPr/>
        </p:nvCxnSpPr>
        <p:spPr>
          <a:xfrm flipH="1">
            <a:off x="7501464" y="3811198"/>
            <a:ext cx="1706037" cy="98644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5C3D1B9-D68A-5834-728B-ECA15821D83C}"/>
              </a:ext>
            </a:extLst>
          </p:cNvPr>
          <p:cNvCxnSpPr>
            <a:cxnSpLocks/>
            <a:stCxn id="29" idx="2"/>
            <a:endCxn id="22" idx="0"/>
          </p:cNvCxnSpPr>
          <p:nvPr/>
        </p:nvCxnSpPr>
        <p:spPr>
          <a:xfrm>
            <a:off x="9207501" y="3811198"/>
            <a:ext cx="1672162" cy="94703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7582AD4-947D-77C6-DF94-5CD1FD8240A3}"/>
              </a:ext>
            </a:extLst>
          </p:cNvPr>
          <p:cNvSpPr txBox="1"/>
          <p:nvPr/>
        </p:nvSpPr>
        <p:spPr>
          <a:xfrm>
            <a:off x="3174999" y="4472601"/>
            <a:ext cx="189653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LDC cannot be monitored after the most recent fire but before the first fire</a:t>
            </a:r>
          </a:p>
        </p:txBody>
      </p:sp>
    </p:spTree>
    <p:extLst>
      <p:ext uri="{BB962C8B-B14F-4D97-AF65-F5344CB8AC3E}">
        <p14:creationId xmlns:p14="http://schemas.microsoft.com/office/powerpoint/2010/main" val="371825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2" name="Straight Arrow Connector 271">
            <a:extLst>
              <a:ext uri="{FF2B5EF4-FFF2-40B4-BE49-F238E27FC236}">
                <a16:creationId xmlns:a16="http://schemas.microsoft.com/office/drawing/2014/main" id="{E1BF4E16-244C-631F-BE2D-507AE6FA9FE8}"/>
              </a:ext>
            </a:extLst>
          </p:cNvPr>
          <p:cNvCxnSpPr>
            <a:cxnSpLocks/>
            <a:stCxn id="17" idx="2"/>
            <a:endCxn id="268" idx="0"/>
          </p:cNvCxnSpPr>
          <p:nvPr/>
        </p:nvCxnSpPr>
        <p:spPr>
          <a:xfrm>
            <a:off x="8634174" y="3261531"/>
            <a:ext cx="196154" cy="1417584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73356332-FC91-0F1E-A6CE-7413EE10321C}"/>
              </a:ext>
            </a:extLst>
          </p:cNvPr>
          <p:cNvCxnSpPr>
            <a:cxnSpLocks/>
            <a:stCxn id="190" idx="2"/>
            <a:endCxn id="196" idx="0"/>
          </p:cNvCxnSpPr>
          <p:nvPr/>
        </p:nvCxnSpPr>
        <p:spPr>
          <a:xfrm>
            <a:off x="3717398" y="3790609"/>
            <a:ext cx="113239" cy="162764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3BDA92F3-DF6F-339F-51DC-2D339586DDC0}"/>
              </a:ext>
            </a:extLst>
          </p:cNvPr>
          <p:cNvCxnSpPr>
            <a:cxnSpLocks/>
            <a:stCxn id="16" idx="2"/>
            <a:endCxn id="25" idx="0"/>
          </p:cNvCxnSpPr>
          <p:nvPr/>
        </p:nvCxnSpPr>
        <p:spPr>
          <a:xfrm flipH="1">
            <a:off x="6257409" y="3226302"/>
            <a:ext cx="224635" cy="1514495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7E4A7E3-B62A-69E2-A4D2-5CA7EDB7F326}"/>
              </a:ext>
            </a:extLst>
          </p:cNvPr>
          <p:cNvSpPr txBox="1"/>
          <p:nvPr/>
        </p:nvSpPr>
        <p:spPr>
          <a:xfrm>
            <a:off x="3339041" y="113930"/>
            <a:ext cx="4639733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LDC &amp; land treatment DO overlap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E652B3-7F1E-63CC-D1B6-3EF3BF35035E}"/>
              </a:ext>
            </a:extLst>
          </p:cNvPr>
          <p:cNvSpPr txBox="1"/>
          <p:nvPr/>
        </p:nvSpPr>
        <p:spPr>
          <a:xfrm>
            <a:off x="571499" y="793417"/>
            <a:ext cx="286173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LDC monitoring BEFORE treatment applied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CC66A7-A3E0-D9F1-BAA3-60CFBDE21ECE}"/>
              </a:ext>
            </a:extLst>
          </p:cNvPr>
          <p:cNvSpPr txBox="1"/>
          <p:nvPr/>
        </p:nvSpPr>
        <p:spPr>
          <a:xfrm>
            <a:off x="8069005" y="763140"/>
            <a:ext cx="286173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LDC monitoring AFTER treatment applied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5732B3-59CF-C6B8-A6E5-771BE6E99D2B}"/>
              </a:ext>
            </a:extLst>
          </p:cNvPr>
          <p:cNvSpPr txBox="1"/>
          <p:nvPr/>
        </p:nvSpPr>
        <p:spPr>
          <a:xfrm>
            <a:off x="495298" y="1800222"/>
            <a:ext cx="1507067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HAS wildfire info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34907B-2E27-D08D-B118-2B17F2A87E41}"/>
              </a:ext>
            </a:extLst>
          </p:cNvPr>
          <p:cNvSpPr txBox="1"/>
          <p:nvPr/>
        </p:nvSpPr>
        <p:spPr>
          <a:xfrm>
            <a:off x="2484966" y="1798902"/>
            <a:ext cx="142240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NO wildfire info (5)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F87B04-3051-6FF3-F6E1-D92B2C06F1EC}"/>
              </a:ext>
            </a:extLst>
          </p:cNvPr>
          <p:cNvSpPr txBox="1"/>
          <p:nvPr/>
        </p:nvSpPr>
        <p:spPr>
          <a:xfrm>
            <a:off x="7380570" y="1560161"/>
            <a:ext cx="1507067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HAS wildfire info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9199DB-CB72-CB4C-BCF4-7591490B2BBC}"/>
              </a:ext>
            </a:extLst>
          </p:cNvPr>
          <p:cNvSpPr txBox="1"/>
          <p:nvPr/>
        </p:nvSpPr>
        <p:spPr>
          <a:xfrm>
            <a:off x="10408461" y="1619325"/>
            <a:ext cx="142240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NO wildfire info (9)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DC0DC6-AD8B-ED6E-4762-99B646A93943}"/>
              </a:ext>
            </a:extLst>
          </p:cNvPr>
          <p:cNvSpPr txBox="1"/>
          <p:nvPr/>
        </p:nvSpPr>
        <p:spPr>
          <a:xfrm>
            <a:off x="5673477" y="2487638"/>
            <a:ext cx="1617133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Treatment applied BEFORE first wildfire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45A45C-0536-5114-8EF6-6D2A36D728FA}"/>
              </a:ext>
            </a:extLst>
          </p:cNvPr>
          <p:cNvSpPr txBox="1"/>
          <p:nvPr/>
        </p:nvSpPr>
        <p:spPr>
          <a:xfrm>
            <a:off x="7614466" y="2522867"/>
            <a:ext cx="2039415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Treatment applied AFTER first wildfire but BEFORE most recent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A33E3E-34C3-25EB-6137-6837C593EF99}"/>
              </a:ext>
            </a:extLst>
          </p:cNvPr>
          <p:cNvSpPr txBox="1"/>
          <p:nvPr/>
        </p:nvSpPr>
        <p:spPr>
          <a:xfrm>
            <a:off x="5081335" y="3584077"/>
            <a:ext cx="1902877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LDC monitored BEFORE wildfires (10)</a:t>
            </a:r>
          </a:p>
          <a:p>
            <a:pPr algn="ctr"/>
            <a:r>
              <a:rPr lang="en-US" sz="1200" dirty="0"/>
              <a:t>TRT </a:t>
            </a:r>
            <a:r>
              <a:rPr lang="en-US" sz="1200" dirty="0">
                <a:sym typeface="Wingdings" panose="05000000000000000000" pitchFamily="2" charset="2"/>
              </a:rPr>
              <a:t> </a:t>
            </a:r>
            <a:r>
              <a:rPr lang="en-US" sz="1200" dirty="0"/>
              <a:t>LDC </a:t>
            </a:r>
            <a:r>
              <a:rPr lang="en-US" sz="1200" dirty="0">
                <a:sym typeface="Wingdings" panose="05000000000000000000" pitchFamily="2" charset="2"/>
              </a:rPr>
              <a:t> Fires</a:t>
            </a:r>
            <a:endParaRPr lang="en-US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42BA20-AE21-7DF7-B177-72FC4027D20B}"/>
              </a:ext>
            </a:extLst>
          </p:cNvPr>
          <p:cNvSpPr txBox="1"/>
          <p:nvPr/>
        </p:nvSpPr>
        <p:spPr>
          <a:xfrm>
            <a:off x="5137569" y="4740797"/>
            <a:ext cx="223968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LDC monitored AFTER first wildfire but BEFORE most recent wildfire (11)</a:t>
            </a:r>
          </a:p>
          <a:p>
            <a:pPr algn="ctr"/>
            <a:r>
              <a:rPr lang="en-US" sz="1200" dirty="0"/>
              <a:t>TRT </a:t>
            </a:r>
            <a:r>
              <a:rPr lang="en-US" sz="1200" dirty="0">
                <a:sym typeface="Wingdings" panose="05000000000000000000" pitchFamily="2" charset="2"/>
              </a:rPr>
              <a:t> Fire1  LDC  </a:t>
            </a:r>
            <a:r>
              <a:rPr lang="en-US" sz="1200" dirty="0" err="1">
                <a:sym typeface="Wingdings" panose="05000000000000000000" pitchFamily="2" charset="2"/>
              </a:rPr>
              <a:t>FireMR</a:t>
            </a:r>
            <a:endParaRPr lang="en-US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AF6DDB-CCD0-7E3B-F082-B7ECF6D68791}"/>
              </a:ext>
            </a:extLst>
          </p:cNvPr>
          <p:cNvSpPr txBox="1"/>
          <p:nvPr/>
        </p:nvSpPr>
        <p:spPr>
          <a:xfrm>
            <a:off x="9999821" y="3744442"/>
            <a:ext cx="223968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LDC monitored AFTER most recent wildfire (14)</a:t>
            </a:r>
          </a:p>
          <a:p>
            <a:pPr algn="ctr"/>
            <a:r>
              <a:rPr lang="en-US" sz="1200" dirty="0"/>
              <a:t>Fire1 </a:t>
            </a:r>
            <a:r>
              <a:rPr lang="en-US" sz="1200" dirty="0">
                <a:sym typeface="Wingdings" panose="05000000000000000000" pitchFamily="2" charset="2"/>
              </a:rPr>
              <a:t> </a:t>
            </a:r>
            <a:r>
              <a:rPr lang="en-US" sz="1200" dirty="0" err="1">
                <a:sym typeface="Wingdings" panose="05000000000000000000" pitchFamily="2" charset="2"/>
              </a:rPr>
              <a:t>FireMR</a:t>
            </a:r>
            <a:r>
              <a:rPr lang="en-US" sz="1200" dirty="0">
                <a:sym typeface="Wingdings" panose="05000000000000000000" pitchFamily="2" charset="2"/>
              </a:rPr>
              <a:t>  TRT  LDC</a:t>
            </a:r>
            <a:endParaRPr lang="en-US" sz="1200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A20D645-EC65-613D-7F4D-94C55F0A623A}"/>
              </a:ext>
            </a:extLst>
          </p:cNvPr>
          <p:cNvCxnSpPr>
            <a:stCxn id="4" idx="2"/>
            <a:endCxn id="6" idx="0"/>
          </p:cNvCxnSpPr>
          <p:nvPr/>
        </p:nvCxnSpPr>
        <p:spPr>
          <a:xfrm flipH="1">
            <a:off x="2002366" y="514040"/>
            <a:ext cx="3656542" cy="279377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2B0D4C9-E029-680A-13CB-AE4080790685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5658908" y="514040"/>
            <a:ext cx="3840964" cy="24910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7F99C18-1A02-3DE7-51D9-3AE1AF69853E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1248832" y="1439748"/>
            <a:ext cx="753534" cy="360474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25BD32C-0EA6-3E80-A668-7665EE3B41CA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>
            <a:off x="2002366" y="1439748"/>
            <a:ext cx="1193800" cy="359154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A08B30F-12DD-B781-459D-85D4012B2EDF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flipH="1">
            <a:off x="8134104" y="1409471"/>
            <a:ext cx="1365768" cy="15069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AE8EE47-2AF5-60E5-DE91-C33A48040939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>
            <a:off x="9499872" y="1409471"/>
            <a:ext cx="1619789" cy="209854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0B027F1-934C-E676-7DC2-D2EDF7E5C4C5}"/>
              </a:ext>
            </a:extLst>
          </p:cNvPr>
          <p:cNvCxnSpPr>
            <a:cxnSpLocks/>
            <a:stCxn id="10" idx="2"/>
            <a:endCxn id="16" idx="0"/>
          </p:cNvCxnSpPr>
          <p:nvPr/>
        </p:nvCxnSpPr>
        <p:spPr>
          <a:xfrm flipH="1">
            <a:off x="6482044" y="2144936"/>
            <a:ext cx="1652060" cy="342702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5A509D0-2C00-CEDE-13AF-8A8B71D3AC27}"/>
              </a:ext>
            </a:extLst>
          </p:cNvPr>
          <p:cNvCxnSpPr>
            <a:cxnSpLocks/>
            <a:stCxn id="10" idx="2"/>
            <a:endCxn id="17" idx="0"/>
          </p:cNvCxnSpPr>
          <p:nvPr/>
        </p:nvCxnSpPr>
        <p:spPr>
          <a:xfrm>
            <a:off x="8134104" y="2144936"/>
            <a:ext cx="500070" cy="377931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B5F3DA15-B80B-3098-E82B-F6F0C5E97DA4}"/>
              </a:ext>
            </a:extLst>
          </p:cNvPr>
          <p:cNvCxnSpPr>
            <a:cxnSpLocks/>
            <a:stCxn id="16" idx="2"/>
            <a:endCxn id="24" idx="0"/>
          </p:cNvCxnSpPr>
          <p:nvPr/>
        </p:nvCxnSpPr>
        <p:spPr>
          <a:xfrm flipH="1">
            <a:off x="6032774" y="3226302"/>
            <a:ext cx="449270" cy="357775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38EB6D58-D2E1-0443-368D-FD77DB5D3E7E}"/>
              </a:ext>
            </a:extLst>
          </p:cNvPr>
          <p:cNvCxnSpPr>
            <a:cxnSpLocks/>
            <a:stCxn id="248" idx="2"/>
            <a:endCxn id="27" idx="0"/>
          </p:cNvCxnSpPr>
          <p:nvPr/>
        </p:nvCxnSpPr>
        <p:spPr>
          <a:xfrm>
            <a:off x="11014608" y="3328944"/>
            <a:ext cx="105053" cy="415498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TextBox 188">
            <a:extLst>
              <a:ext uri="{FF2B5EF4-FFF2-40B4-BE49-F238E27FC236}">
                <a16:creationId xmlns:a16="http://schemas.microsoft.com/office/drawing/2014/main" id="{FA4D3387-3681-2903-6049-62B60B4057D4}"/>
              </a:ext>
            </a:extLst>
          </p:cNvPr>
          <p:cNvSpPr txBox="1"/>
          <p:nvPr/>
        </p:nvSpPr>
        <p:spPr>
          <a:xfrm>
            <a:off x="157685" y="3213376"/>
            <a:ext cx="189653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LDC monitored BEFORE first wildfire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A7C0171E-F928-0606-BEA5-0E665EF0EED8}"/>
              </a:ext>
            </a:extLst>
          </p:cNvPr>
          <p:cNvSpPr txBox="1"/>
          <p:nvPr/>
        </p:nvSpPr>
        <p:spPr>
          <a:xfrm>
            <a:off x="2853798" y="3328944"/>
            <a:ext cx="172719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LDC monitored AFTER first wildfire</a:t>
            </a:r>
          </a:p>
        </p:txBody>
      </p: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426DAF2D-5D21-4FEE-8310-CD2A3C58A955}"/>
              </a:ext>
            </a:extLst>
          </p:cNvPr>
          <p:cNvCxnSpPr>
            <a:cxnSpLocks/>
            <a:stCxn id="8" idx="2"/>
            <a:endCxn id="189" idx="0"/>
          </p:cNvCxnSpPr>
          <p:nvPr/>
        </p:nvCxnSpPr>
        <p:spPr>
          <a:xfrm flipH="1">
            <a:off x="1105951" y="2384997"/>
            <a:ext cx="142881" cy="828379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74DFA481-7E5C-4A6F-2A57-49483880EA52}"/>
              </a:ext>
            </a:extLst>
          </p:cNvPr>
          <p:cNvCxnSpPr>
            <a:cxnSpLocks/>
            <a:stCxn id="8" idx="2"/>
            <a:endCxn id="190" idx="0"/>
          </p:cNvCxnSpPr>
          <p:nvPr/>
        </p:nvCxnSpPr>
        <p:spPr>
          <a:xfrm>
            <a:off x="1248832" y="2384997"/>
            <a:ext cx="2468566" cy="943947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TextBox 192">
            <a:extLst>
              <a:ext uri="{FF2B5EF4-FFF2-40B4-BE49-F238E27FC236}">
                <a16:creationId xmlns:a16="http://schemas.microsoft.com/office/drawing/2014/main" id="{DF9992A5-A66E-6E49-BB7F-1D5E5A9F484F}"/>
              </a:ext>
            </a:extLst>
          </p:cNvPr>
          <p:cNvSpPr txBox="1"/>
          <p:nvPr/>
        </p:nvSpPr>
        <p:spPr>
          <a:xfrm>
            <a:off x="105833" y="4214275"/>
            <a:ext cx="189653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>
                    <a:lumMod val="50000"/>
                  </a:schemeClr>
                </a:solidFill>
              </a:rPr>
              <a:t>LDC monitored BEFORE most recent wildfire (6)</a:t>
            </a:r>
          </a:p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LDC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 Fire1 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FireMR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2E53DED5-6DC5-A808-DD74-3D4920FCC798}"/>
              </a:ext>
            </a:extLst>
          </p:cNvPr>
          <p:cNvCxnSpPr>
            <a:cxnSpLocks/>
            <a:stCxn id="189" idx="2"/>
            <a:endCxn id="193" idx="0"/>
          </p:cNvCxnSpPr>
          <p:nvPr/>
        </p:nvCxnSpPr>
        <p:spPr>
          <a:xfrm flipH="1">
            <a:off x="1054099" y="3675041"/>
            <a:ext cx="51852" cy="53923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TextBox 194">
            <a:extLst>
              <a:ext uri="{FF2B5EF4-FFF2-40B4-BE49-F238E27FC236}">
                <a16:creationId xmlns:a16="http://schemas.microsoft.com/office/drawing/2014/main" id="{AB65D198-3E25-7878-FBAF-A09A16F3CBAA}"/>
              </a:ext>
            </a:extLst>
          </p:cNvPr>
          <p:cNvSpPr txBox="1"/>
          <p:nvPr/>
        </p:nvSpPr>
        <p:spPr>
          <a:xfrm>
            <a:off x="2684465" y="4272891"/>
            <a:ext cx="1896532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>
                    <a:lumMod val="50000"/>
                  </a:schemeClr>
                </a:solidFill>
              </a:rPr>
              <a:t>LDC monitored BEFORE most recent wildfire (7)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Fire1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 LDC 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FireMR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BDDB0BC3-0858-88BC-86EC-6FC81D508935}"/>
              </a:ext>
            </a:extLst>
          </p:cNvPr>
          <p:cNvSpPr txBox="1"/>
          <p:nvPr/>
        </p:nvSpPr>
        <p:spPr>
          <a:xfrm>
            <a:off x="2882371" y="5418252"/>
            <a:ext cx="189653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>
                    <a:lumMod val="50000"/>
                  </a:schemeClr>
                </a:solidFill>
              </a:rPr>
              <a:t>LDC monitored AFTER most recent wildfire (8)</a:t>
            </a:r>
          </a:p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Fire1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FireMR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  LDC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C3E46348-C02D-DA21-7416-87957BC2F94C}"/>
              </a:ext>
            </a:extLst>
          </p:cNvPr>
          <p:cNvCxnSpPr>
            <a:cxnSpLocks/>
            <a:stCxn id="190" idx="2"/>
            <a:endCxn id="195" idx="0"/>
          </p:cNvCxnSpPr>
          <p:nvPr/>
        </p:nvCxnSpPr>
        <p:spPr>
          <a:xfrm flipH="1">
            <a:off x="3632731" y="3790609"/>
            <a:ext cx="84667" cy="48228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TextBox 211">
            <a:extLst>
              <a:ext uri="{FF2B5EF4-FFF2-40B4-BE49-F238E27FC236}">
                <a16:creationId xmlns:a16="http://schemas.microsoft.com/office/drawing/2014/main" id="{097CE564-95C1-4901-A173-A2862E24CE36}"/>
              </a:ext>
            </a:extLst>
          </p:cNvPr>
          <p:cNvSpPr txBox="1"/>
          <p:nvPr/>
        </p:nvSpPr>
        <p:spPr>
          <a:xfrm>
            <a:off x="2956001" y="2476020"/>
            <a:ext cx="213519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Timing of treatment does not matter because LDC occurred before treatment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142722A8-35F0-B99D-6ED3-10D8D3014064}"/>
              </a:ext>
            </a:extLst>
          </p:cNvPr>
          <p:cNvSpPr txBox="1"/>
          <p:nvPr/>
        </p:nvSpPr>
        <p:spPr>
          <a:xfrm>
            <a:off x="9994900" y="2590280"/>
            <a:ext cx="2039415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Treatment applied AFTER most recent wildfire</a:t>
            </a:r>
          </a:p>
        </p:txBody>
      </p:sp>
      <p:cxnSp>
        <p:nvCxnSpPr>
          <p:cNvPr id="252" name="Straight Arrow Connector 251">
            <a:extLst>
              <a:ext uri="{FF2B5EF4-FFF2-40B4-BE49-F238E27FC236}">
                <a16:creationId xmlns:a16="http://schemas.microsoft.com/office/drawing/2014/main" id="{6BD3115C-082F-65F6-A83F-3C4D209C8805}"/>
              </a:ext>
            </a:extLst>
          </p:cNvPr>
          <p:cNvCxnSpPr>
            <a:cxnSpLocks/>
            <a:stCxn id="10" idx="2"/>
            <a:endCxn id="248" idx="0"/>
          </p:cNvCxnSpPr>
          <p:nvPr/>
        </p:nvCxnSpPr>
        <p:spPr>
          <a:xfrm>
            <a:off x="8134104" y="2144936"/>
            <a:ext cx="2880504" cy="445344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" name="TextBox 265">
            <a:extLst>
              <a:ext uri="{FF2B5EF4-FFF2-40B4-BE49-F238E27FC236}">
                <a16:creationId xmlns:a16="http://schemas.microsoft.com/office/drawing/2014/main" id="{DCCDF99B-093B-D077-D378-B623CE2A4391}"/>
              </a:ext>
            </a:extLst>
          </p:cNvPr>
          <p:cNvSpPr txBox="1"/>
          <p:nvPr/>
        </p:nvSpPr>
        <p:spPr>
          <a:xfrm>
            <a:off x="7484550" y="3559776"/>
            <a:ext cx="2239680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LDC monitored AFTER first wildfire but BEFORE most recent wildfire (12)</a:t>
            </a:r>
          </a:p>
          <a:p>
            <a:pPr algn="ctr"/>
            <a:r>
              <a:rPr lang="en-US" sz="1200" dirty="0"/>
              <a:t>Fire1 </a:t>
            </a:r>
            <a:r>
              <a:rPr lang="en-US" sz="1200" dirty="0">
                <a:sym typeface="Wingdings" panose="05000000000000000000" pitchFamily="2" charset="2"/>
              </a:rPr>
              <a:t> </a:t>
            </a:r>
            <a:r>
              <a:rPr lang="en-US" sz="1200" dirty="0"/>
              <a:t>TRT </a:t>
            </a:r>
            <a:r>
              <a:rPr lang="en-US" sz="1200" dirty="0">
                <a:sym typeface="Wingdings" panose="05000000000000000000" pitchFamily="2" charset="2"/>
              </a:rPr>
              <a:t> LDC  </a:t>
            </a:r>
            <a:r>
              <a:rPr lang="en-US" sz="1200" dirty="0" err="1">
                <a:sym typeface="Wingdings" panose="05000000000000000000" pitchFamily="2" charset="2"/>
              </a:rPr>
              <a:t>FireMR</a:t>
            </a:r>
            <a:endParaRPr lang="en-US" sz="1200" dirty="0"/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07C39100-E618-8A3A-6B51-0D984D96A96A}"/>
              </a:ext>
            </a:extLst>
          </p:cNvPr>
          <p:cNvSpPr txBox="1"/>
          <p:nvPr/>
        </p:nvSpPr>
        <p:spPr>
          <a:xfrm>
            <a:off x="7710488" y="4679115"/>
            <a:ext cx="223968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LDC monitored AFTER most recent wildfire (13)</a:t>
            </a:r>
          </a:p>
          <a:p>
            <a:pPr algn="ctr"/>
            <a:r>
              <a:rPr lang="en-US" sz="1200" dirty="0"/>
              <a:t>Fire1 </a:t>
            </a:r>
            <a:r>
              <a:rPr lang="en-US" sz="1200" dirty="0">
                <a:sym typeface="Wingdings" panose="05000000000000000000" pitchFamily="2" charset="2"/>
              </a:rPr>
              <a:t> </a:t>
            </a:r>
            <a:r>
              <a:rPr lang="en-US" sz="1200" dirty="0"/>
              <a:t>TRT </a:t>
            </a:r>
            <a:r>
              <a:rPr lang="en-US" sz="1200" dirty="0">
                <a:sym typeface="Wingdings" panose="05000000000000000000" pitchFamily="2" charset="2"/>
              </a:rPr>
              <a:t> </a:t>
            </a:r>
            <a:r>
              <a:rPr lang="en-US" sz="1200" dirty="0" err="1">
                <a:sym typeface="Wingdings" panose="05000000000000000000" pitchFamily="2" charset="2"/>
              </a:rPr>
              <a:t>FireMR</a:t>
            </a:r>
            <a:r>
              <a:rPr lang="en-US" sz="1200" dirty="0">
                <a:sym typeface="Wingdings" panose="05000000000000000000" pitchFamily="2" charset="2"/>
              </a:rPr>
              <a:t>  LDC</a:t>
            </a:r>
            <a:endParaRPr lang="en-US" sz="1200" dirty="0"/>
          </a:p>
        </p:txBody>
      </p:sp>
      <p:cxnSp>
        <p:nvCxnSpPr>
          <p:cNvPr id="269" name="Straight Arrow Connector 268">
            <a:extLst>
              <a:ext uri="{FF2B5EF4-FFF2-40B4-BE49-F238E27FC236}">
                <a16:creationId xmlns:a16="http://schemas.microsoft.com/office/drawing/2014/main" id="{E0313F09-FA13-0EA1-2891-80F52869428E}"/>
              </a:ext>
            </a:extLst>
          </p:cNvPr>
          <p:cNvCxnSpPr>
            <a:cxnSpLocks/>
            <a:stCxn id="17" idx="2"/>
            <a:endCxn id="266" idx="0"/>
          </p:cNvCxnSpPr>
          <p:nvPr/>
        </p:nvCxnSpPr>
        <p:spPr>
          <a:xfrm flipH="1">
            <a:off x="8604390" y="3261531"/>
            <a:ext cx="29784" cy="298245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5512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C6B61A2-CE02-7126-8E0B-526A4AE7E9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9760" y="567267"/>
            <a:ext cx="5400040" cy="5609696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Control, never burned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Control, never burned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Control, burn timing unknown </a:t>
            </a:r>
            <a:r>
              <a:rPr lang="en-US" sz="1800" dirty="0"/>
              <a:t>(Fire1 </a:t>
            </a:r>
            <a:r>
              <a:rPr lang="en-US" sz="1800" dirty="0">
                <a:sym typeface="Wingdings" panose="05000000000000000000" pitchFamily="2" charset="2"/>
              </a:rPr>
              <a:t> LDC  </a:t>
            </a:r>
            <a:r>
              <a:rPr lang="en-US" sz="1800" dirty="0" err="1">
                <a:sym typeface="Wingdings" panose="05000000000000000000" pitchFamily="2" charset="2"/>
              </a:rPr>
              <a:t>FireMR</a:t>
            </a:r>
            <a:r>
              <a:rPr lang="en-US" sz="1800" dirty="0">
                <a:sym typeface="Wingdings" panose="05000000000000000000" pitchFamily="2" charset="2"/>
              </a:rPr>
              <a:t>)</a:t>
            </a:r>
            <a:endParaRPr lang="en-US" sz="1800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Control, burn timing known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Control, never burned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Control, never burned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Control, burn timing unknown </a:t>
            </a:r>
            <a:r>
              <a:rPr lang="en-US" sz="1800" dirty="0"/>
              <a:t>(Fire1 </a:t>
            </a:r>
            <a:r>
              <a:rPr lang="en-US" sz="1800" dirty="0">
                <a:sym typeface="Wingdings" panose="05000000000000000000" pitchFamily="2" charset="2"/>
              </a:rPr>
              <a:t> LDC  </a:t>
            </a:r>
            <a:r>
              <a:rPr lang="en-US" sz="1800" dirty="0" err="1">
                <a:sym typeface="Wingdings" panose="05000000000000000000" pitchFamily="2" charset="2"/>
              </a:rPr>
              <a:t>FireMR</a:t>
            </a:r>
            <a:r>
              <a:rPr lang="en-US" sz="1800" dirty="0">
                <a:sym typeface="Wingdings" panose="05000000000000000000" pitchFamily="2" charset="2"/>
              </a:rPr>
              <a:t>)</a:t>
            </a:r>
            <a:endParaRPr lang="en-US" sz="1800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Control, burn timing known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Treated, never burned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B7D909-9D99-92BA-6A53-42854E5E7B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567267"/>
            <a:ext cx="5400040" cy="5609696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10"/>
            </a:pPr>
            <a:r>
              <a:rPr lang="en-US" dirty="0"/>
              <a:t> Treated,  never burned</a:t>
            </a:r>
          </a:p>
          <a:p>
            <a:pPr marL="514350" indent="-514350">
              <a:buFont typeface="+mj-lt"/>
              <a:buAutoNum type="arabicPeriod" startAt="10"/>
            </a:pPr>
            <a:r>
              <a:rPr lang="en-US" dirty="0"/>
              <a:t> Treated, burn timing unknown </a:t>
            </a:r>
            <a:r>
              <a:rPr lang="en-US" sz="1800" dirty="0"/>
              <a:t>(TRT </a:t>
            </a:r>
            <a:r>
              <a:rPr lang="en-US" sz="1800" dirty="0">
                <a:sym typeface="Wingdings" panose="05000000000000000000" pitchFamily="2" charset="2"/>
              </a:rPr>
              <a:t> Fire1  LDC  </a:t>
            </a:r>
            <a:r>
              <a:rPr lang="en-US" sz="1800" dirty="0" err="1">
                <a:sym typeface="Wingdings" panose="05000000000000000000" pitchFamily="2" charset="2"/>
              </a:rPr>
              <a:t>FireMR</a:t>
            </a:r>
            <a:r>
              <a:rPr lang="en-US" sz="1800" dirty="0">
                <a:sym typeface="Wingdings" panose="05000000000000000000" pitchFamily="2" charset="2"/>
              </a:rPr>
              <a:t>)</a:t>
            </a:r>
            <a:endParaRPr lang="en-US" sz="1800" dirty="0"/>
          </a:p>
          <a:p>
            <a:pPr marL="514350" indent="-514350">
              <a:buFont typeface="+mj-lt"/>
              <a:buAutoNum type="arabicPeriod" startAt="10"/>
            </a:pPr>
            <a:r>
              <a:rPr lang="en-US" dirty="0"/>
              <a:t> Treated, burn timing unknown (</a:t>
            </a:r>
            <a:r>
              <a:rPr lang="en-US" sz="1800" dirty="0"/>
              <a:t>Fire1 </a:t>
            </a:r>
            <a:r>
              <a:rPr lang="en-US" sz="1800" dirty="0">
                <a:sym typeface="Wingdings" panose="05000000000000000000" pitchFamily="2" charset="2"/>
              </a:rPr>
              <a:t> </a:t>
            </a:r>
            <a:r>
              <a:rPr lang="en-US" sz="1800" dirty="0"/>
              <a:t>TRT </a:t>
            </a:r>
            <a:r>
              <a:rPr lang="en-US" sz="1800" dirty="0">
                <a:sym typeface="Wingdings" panose="05000000000000000000" pitchFamily="2" charset="2"/>
              </a:rPr>
              <a:t> LDC  </a:t>
            </a:r>
            <a:r>
              <a:rPr lang="en-US" sz="1800" dirty="0" err="1">
                <a:sym typeface="Wingdings" panose="05000000000000000000" pitchFamily="2" charset="2"/>
              </a:rPr>
              <a:t>FireMR</a:t>
            </a:r>
            <a:r>
              <a:rPr lang="en-US" sz="1800" dirty="0">
                <a:sym typeface="Wingdings" panose="05000000000000000000" pitchFamily="2" charset="2"/>
              </a:rPr>
              <a:t>)</a:t>
            </a:r>
            <a:endParaRPr lang="en-US" sz="1800" dirty="0"/>
          </a:p>
          <a:p>
            <a:pPr marL="514350" indent="-514350">
              <a:buFont typeface="+mj-lt"/>
              <a:buAutoNum type="arabicPeriod" startAt="10"/>
            </a:pPr>
            <a:r>
              <a:rPr lang="en-US" dirty="0"/>
              <a:t>Treated, burn timing unknown </a:t>
            </a:r>
            <a:r>
              <a:rPr lang="en-US" sz="1800" dirty="0"/>
              <a:t>(Fire1 </a:t>
            </a:r>
            <a:r>
              <a:rPr lang="en-US" sz="1800" dirty="0">
                <a:sym typeface="Wingdings" panose="05000000000000000000" pitchFamily="2" charset="2"/>
              </a:rPr>
              <a:t> </a:t>
            </a:r>
            <a:r>
              <a:rPr lang="en-US" sz="1800" dirty="0"/>
              <a:t>TRT </a:t>
            </a:r>
            <a:r>
              <a:rPr lang="en-US" sz="1800" dirty="0">
                <a:sym typeface="Wingdings" panose="05000000000000000000" pitchFamily="2" charset="2"/>
              </a:rPr>
              <a:t> </a:t>
            </a:r>
            <a:r>
              <a:rPr lang="en-US" sz="1800" dirty="0" err="1">
                <a:sym typeface="Wingdings" panose="05000000000000000000" pitchFamily="2" charset="2"/>
              </a:rPr>
              <a:t>FireMR</a:t>
            </a:r>
            <a:r>
              <a:rPr lang="en-US" sz="1800" dirty="0">
                <a:sym typeface="Wingdings" panose="05000000000000000000" pitchFamily="2" charset="2"/>
              </a:rPr>
              <a:t>  LDC)</a:t>
            </a:r>
            <a:endParaRPr lang="en-US" dirty="0"/>
          </a:p>
          <a:p>
            <a:pPr marL="514350" indent="-514350">
              <a:buFont typeface="+mj-lt"/>
              <a:buAutoNum type="arabicPeriod" startAt="10"/>
            </a:pPr>
            <a:r>
              <a:rPr lang="en-US" dirty="0"/>
              <a:t> Treated, burned timing known</a:t>
            </a:r>
          </a:p>
        </p:txBody>
      </p:sp>
    </p:spTree>
    <p:extLst>
      <p:ext uri="{BB962C8B-B14F-4D97-AF65-F5344CB8AC3E}">
        <p14:creationId xmlns:p14="http://schemas.microsoft.com/office/powerpoint/2010/main" val="1071036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BB8FC7F-B5F7-C939-0FCB-066900D4A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Category names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50CDB0-982E-FD61-B391-8B888BC84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Control, never burned: 1, 2, 5, 6</a:t>
            </a:r>
          </a:p>
          <a:p>
            <a:r>
              <a:rPr lang="en-US" dirty="0"/>
              <a:t>Control, burn timing unknown: 3, 7</a:t>
            </a:r>
          </a:p>
          <a:p>
            <a:r>
              <a:rPr lang="en-US" dirty="0"/>
              <a:t>Control, burn timing known:  4, 8</a:t>
            </a:r>
          </a:p>
          <a:p>
            <a:r>
              <a:rPr lang="en-US" dirty="0"/>
              <a:t>Treated, never burned: 9, 10</a:t>
            </a:r>
          </a:p>
          <a:p>
            <a:r>
              <a:rPr lang="en-US" dirty="0"/>
              <a:t>Treated, burn timing unknown: 11, 12, 13</a:t>
            </a:r>
          </a:p>
          <a:p>
            <a:r>
              <a:rPr lang="en-US" dirty="0"/>
              <a:t>Treated, burn timing known: 14</a:t>
            </a:r>
          </a:p>
        </p:txBody>
      </p:sp>
    </p:spTree>
    <p:extLst>
      <p:ext uri="{BB962C8B-B14F-4D97-AF65-F5344CB8AC3E}">
        <p14:creationId xmlns:p14="http://schemas.microsoft.com/office/powerpoint/2010/main" val="1812141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3ec87a8-9fb8-4158-ba8f-f11bace1ebaa}" enabled="0" method="" siteId="{a3ec87a8-9fb8-4158-ba8f-f11bace1eba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450</Words>
  <Application>Microsoft Office PowerPoint</Application>
  <PresentationFormat>Widescreen</PresentationFormat>
  <Paragraphs>62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Category names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 Ossanna</dc:creator>
  <cp:lastModifiedBy>Lia Ossanna</cp:lastModifiedBy>
  <cp:revision>1</cp:revision>
  <dcterms:created xsi:type="dcterms:W3CDTF">2026-01-12T21:25:07Z</dcterms:created>
  <dcterms:modified xsi:type="dcterms:W3CDTF">2026-01-12T23:13:33Z</dcterms:modified>
</cp:coreProperties>
</file>