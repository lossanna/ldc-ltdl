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D2B2C-1C3A-427D-B1F5-65E735139D9D}" v="33" dt="2026-01-13T17:11:3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 Ossanna" userId="46d24f92-a3d9-425c-98e5-f4d1ec18a5c1" providerId="ADAL" clId="{3188B0A5-7A56-4BDD-8B38-4ED208104EB3}"/>
    <pc:docChg chg="undo custSel addSld delSld modSld sldOrd">
      <pc:chgData name="Lia Ossanna" userId="46d24f92-a3d9-425c-98e5-f4d1ec18a5c1" providerId="ADAL" clId="{3188B0A5-7A56-4BDD-8B38-4ED208104EB3}" dt="2026-01-13T17:12:13.105" v="2036" actId="20577"/>
      <pc:docMkLst>
        <pc:docMk/>
      </pc:docMkLst>
      <pc:sldChg chg="addSp delSp modSp mod">
        <pc:chgData name="Lia Ossanna" userId="46d24f92-a3d9-425c-98e5-f4d1ec18a5c1" providerId="ADAL" clId="{3188B0A5-7A56-4BDD-8B38-4ED208104EB3}" dt="2026-01-13T17:11:08.788" v="1995" actId="20577"/>
        <pc:sldMkLst>
          <pc:docMk/>
          <pc:sldMk cId="3935512563" sldId="256"/>
        </pc:sldMkLst>
        <pc:spChg chg="add mod">
          <ac:chgData name="Lia Ossanna" userId="46d24f92-a3d9-425c-98e5-f4d1ec18a5c1" providerId="ADAL" clId="{3188B0A5-7A56-4BDD-8B38-4ED208104EB3}" dt="2026-01-13T17:05:20.174" v="1989" actId="20577"/>
          <ac:spMkLst>
            <pc:docMk/>
            <pc:sldMk cId="3935512563" sldId="256"/>
            <ac:spMk id="2" creationId="{60FF5D3F-05D9-B0F8-1277-1435C9DB288E}"/>
          </ac:spMkLst>
        </pc:spChg>
        <pc:spChg chg="mod">
          <ac:chgData name="Lia Ossanna" userId="46d24f92-a3d9-425c-98e5-f4d1ec18a5c1" providerId="ADAL" clId="{3188B0A5-7A56-4BDD-8B38-4ED208104EB3}" dt="2026-01-12T22:33:27.279" v="1705" actId="207"/>
          <ac:spMkLst>
            <pc:docMk/>
            <pc:sldMk cId="3935512563" sldId="256"/>
            <ac:spMk id="4" creationId="{E7E4A7E3-B62A-69E2-A4D2-5CA7EDB7F326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5" creationId="{5ED9FB7B-7D50-C8E5-9270-BC7D9B77824A}"/>
          </ac:spMkLst>
        </pc:spChg>
        <pc:spChg chg="mod">
          <ac:chgData name="Lia Ossanna" userId="46d24f92-a3d9-425c-98e5-f4d1ec18a5c1" providerId="ADAL" clId="{3188B0A5-7A56-4BDD-8B38-4ED208104EB3}" dt="2026-01-12T21:42:10.124" v="145" actId="1076"/>
          <ac:spMkLst>
            <pc:docMk/>
            <pc:sldMk cId="3935512563" sldId="256"/>
            <ac:spMk id="6" creationId="{A6E652B3-7F1E-63CC-D1B6-3EF3BF35035E}"/>
          </ac:spMkLst>
        </pc:spChg>
        <pc:spChg chg="mod">
          <ac:chgData name="Lia Ossanna" userId="46d24f92-a3d9-425c-98e5-f4d1ec18a5c1" providerId="ADAL" clId="{3188B0A5-7A56-4BDD-8B38-4ED208104EB3}" dt="2026-01-12T22:07:42.938" v="988" actId="1076"/>
          <ac:spMkLst>
            <pc:docMk/>
            <pc:sldMk cId="3935512563" sldId="256"/>
            <ac:spMk id="7" creationId="{B8CC66A7-A3E0-D9F1-BAA3-60CFBDE21ECE}"/>
          </ac:spMkLst>
        </pc:spChg>
        <pc:spChg chg="mod">
          <ac:chgData name="Lia Ossanna" userId="46d24f92-a3d9-425c-98e5-f4d1ec18a5c1" providerId="ADAL" clId="{3188B0A5-7A56-4BDD-8B38-4ED208104EB3}" dt="2026-01-12T21:42:11.955" v="146" actId="1076"/>
          <ac:spMkLst>
            <pc:docMk/>
            <pc:sldMk cId="3935512563" sldId="256"/>
            <ac:spMk id="8" creationId="{645732B3-59CF-C6B8-A6E5-771BE6E99D2B}"/>
          </ac:spMkLst>
        </pc:spChg>
        <pc:spChg chg="mod">
          <ac:chgData name="Lia Ossanna" userId="46d24f92-a3d9-425c-98e5-f4d1ec18a5c1" providerId="ADAL" clId="{3188B0A5-7A56-4BDD-8B38-4ED208104EB3}" dt="2026-01-12T22:04:43.250" v="774" actId="20577"/>
          <ac:spMkLst>
            <pc:docMk/>
            <pc:sldMk cId="3935512563" sldId="256"/>
            <ac:spMk id="9" creationId="{1734907B-2E27-D08D-B118-2B17F2A87E41}"/>
          </ac:spMkLst>
        </pc:spChg>
        <pc:spChg chg="mod">
          <ac:chgData name="Lia Ossanna" userId="46d24f92-a3d9-425c-98e5-f4d1ec18a5c1" providerId="ADAL" clId="{3188B0A5-7A56-4BDD-8B38-4ED208104EB3}" dt="2026-01-12T22:07:45.658" v="989" actId="1076"/>
          <ac:spMkLst>
            <pc:docMk/>
            <pc:sldMk cId="3935512563" sldId="256"/>
            <ac:spMk id="10" creationId="{73F87B04-3051-6FF3-F6E1-D92B2C06F1EC}"/>
          </ac:spMkLst>
        </pc:spChg>
        <pc:spChg chg="mod">
          <ac:chgData name="Lia Ossanna" userId="46d24f92-a3d9-425c-98e5-f4d1ec18a5c1" providerId="ADAL" clId="{3188B0A5-7A56-4BDD-8B38-4ED208104EB3}" dt="2026-01-12T22:07:48.287" v="990" actId="1076"/>
          <ac:spMkLst>
            <pc:docMk/>
            <pc:sldMk cId="3935512563" sldId="256"/>
            <ac:spMk id="11" creationId="{DD9199DB-CB72-CB4C-BCF4-7591490B2BBC}"/>
          </ac:spMkLst>
        </pc:spChg>
        <pc:spChg chg="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12" creationId="{3642F6FB-3D74-CADC-9B1D-1AF7867268EF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13" creationId="{EBC0A270-490A-C513-CA74-B3CBD8D28252}"/>
          </ac:spMkLst>
        </pc:spChg>
        <pc:spChg chg="del mod">
          <ac:chgData name="Lia Ossanna" userId="46d24f92-a3d9-425c-98e5-f4d1ec18a5c1" providerId="ADAL" clId="{3188B0A5-7A56-4BDD-8B38-4ED208104EB3}" dt="2026-01-12T22:01:24.514" v="571" actId="478"/>
          <ac:spMkLst>
            <pc:docMk/>
            <pc:sldMk cId="3935512563" sldId="256"/>
            <ac:spMk id="14" creationId="{6FDBA7EE-1B96-4931-5C24-142980720C65}"/>
          </ac:spMkLst>
        </pc:spChg>
        <pc:spChg chg="del mod">
          <ac:chgData name="Lia Ossanna" userId="46d24f92-a3d9-425c-98e5-f4d1ec18a5c1" providerId="ADAL" clId="{3188B0A5-7A56-4BDD-8B38-4ED208104EB3}" dt="2026-01-12T22:01:25.994" v="572" actId="478"/>
          <ac:spMkLst>
            <pc:docMk/>
            <pc:sldMk cId="3935512563" sldId="256"/>
            <ac:spMk id="15" creationId="{81F4E20E-1071-3C6D-2531-4839BB6A2233}"/>
          </ac:spMkLst>
        </pc:spChg>
        <pc:spChg chg="mod">
          <ac:chgData name="Lia Ossanna" userId="46d24f92-a3d9-425c-98e5-f4d1ec18a5c1" providerId="ADAL" clId="{3188B0A5-7A56-4BDD-8B38-4ED208104EB3}" dt="2026-01-12T22:08:43.928" v="1001" actId="1076"/>
          <ac:spMkLst>
            <pc:docMk/>
            <pc:sldMk cId="3935512563" sldId="256"/>
            <ac:spMk id="16" creationId="{25DC0DC6-AD8B-ED6E-4762-99B646A93943}"/>
          </ac:spMkLst>
        </pc:spChg>
        <pc:spChg chg="mod">
          <ac:chgData name="Lia Ossanna" userId="46d24f92-a3d9-425c-98e5-f4d1ec18a5c1" providerId="ADAL" clId="{3188B0A5-7A56-4BDD-8B38-4ED208104EB3}" dt="2026-01-12T22:09:08.256" v="1038" actId="1076"/>
          <ac:spMkLst>
            <pc:docMk/>
            <pc:sldMk cId="3935512563" sldId="256"/>
            <ac:spMk id="17" creationId="{BB45A45C-0536-5114-8EF6-6D2A36D728FA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0" creationId="{92A4CBED-A662-B1F1-C9F9-41F027BA0091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1" creationId="{84C84E41-C502-ACCD-4B51-E5100FFF7574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2" creationId="{3CE8E2BA-9D69-8279-A40F-8C1CABFAE3F9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3" creationId="{B2AB328B-4170-8971-5A5B-F413B097A733}"/>
          </ac:spMkLst>
        </pc:spChg>
        <pc:spChg chg="mod">
          <ac:chgData name="Lia Ossanna" userId="46d24f92-a3d9-425c-98e5-f4d1ec18a5c1" providerId="ADAL" clId="{3188B0A5-7A56-4BDD-8B38-4ED208104EB3}" dt="2026-01-12T22:13:33.386" v="1289" actId="1076"/>
          <ac:spMkLst>
            <pc:docMk/>
            <pc:sldMk cId="3935512563" sldId="256"/>
            <ac:spMk id="24" creationId="{68A33E3E-34C3-25EB-6137-6837C593EF99}"/>
          </ac:spMkLst>
        </pc:spChg>
        <pc:spChg chg="mod">
          <ac:chgData name="Lia Ossanna" userId="46d24f92-a3d9-425c-98e5-f4d1ec18a5c1" providerId="ADAL" clId="{3188B0A5-7A56-4BDD-8B38-4ED208104EB3}" dt="2026-01-13T17:04:42.426" v="1966" actId="207"/>
          <ac:spMkLst>
            <pc:docMk/>
            <pc:sldMk cId="3935512563" sldId="256"/>
            <ac:spMk id="25" creationId="{EA42BA20-AE21-7DF7-B177-72FC4027D20B}"/>
          </ac:spMkLst>
        </pc:spChg>
        <pc:spChg chg="del mod">
          <ac:chgData name="Lia Ossanna" userId="46d24f92-a3d9-425c-98e5-f4d1ec18a5c1" providerId="ADAL" clId="{3188B0A5-7A56-4BDD-8B38-4ED208104EB3}" dt="2026-01-12T22:18:37.477" v="1365" actId="478"/>
          <ac:spMkLst>
            <pc:docMk/>
            <pc:sldMk cId="3935512563" sldId="256"/>
            <ac:spMk id="26" creationId="{B298B8BC-4FD9-54D6-63A8-D13B588D018A}"/>
          </ac:spMkLst>
        </pc:spChg>
        <pc:spChg chg="mod">
          <ac:chgData name="Lia Ossanna" userId="46d24f92-a3d9-425c-98e5-f4d1ec18a5c1" providerId="ADAL" clId="{3188B0A5-7A56-4BDD-8B38-4ED208104EB3}" dt="2026-01-13T17:11:08.788" v="1995" actId="20577"/>
          <ac:spMkLst>
            <pc:docMk/>
            <pc:sldMk cId="3935512563" sldId="256"/>
            <ac:spMk id="27" creationId="{04AF6DDB-CCD0-7E3B-F082-B7ECF6D68791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28" creationId="{A82B3B13-CEDA-AAF5-24D0-0FDF5DE1ECF7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29" creationId="{5915A3DF-E129-FE54-9556-A0440FBC719D}"/>
          </ac:spMkLst>
        </pc:spChg>
        <pc:spChg chg="add 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163" creationId="{13CC2BFF-F94F-673B-03F3-5D38692BDEEE}"/>
          </ac:spMkLst>
        </pc:spChg>
        <pc:spChg chg="add 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173" creationId="{0C5A3605-5C40-3E94-DD12-3137CFCFE726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77" creationId="{5BB9129D-E3F2-3514-9DAC-47904BDF0385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78" creationId="{FFE3E4BD-3E48-87A3-F2C8-80DFD4FB9852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1" creationId="{9347D0DD-2DEF-58D8-F973-791923DAE0BF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3" creationId="{E9C11131-F06B-CFCC-26C4-62F7819C79EA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4" creationId="{57AA2DDA-002A-513F-202A-BA8D919475E1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7" creationId="{64EA27CA-3C22-A94E-C03B-607C40655290}"/>
          </ac:spMkLst>
        </pc:spChg>
        <pc:spChg chg="add del mod">
          <ac:chgData name="Lia Ossanna" userId="46d24f92-a3d9-425c-98e5-f4d1ec18a5c1" providerId="ADAL" clId="{3188B0A5-7A56-4BDD-8B38-4ED208104EB3}" dt="2026-01-12T22:03:00.074" v="590" actId="478"/>
          <ac:spMkLst>
            <pc:docMk/>
            <pc:sldMk cId="3935512563" sldId="256"/>
            <ac:spMk id="188" creationId="{D6FAAEE2-E0E7-4DB3-DEF6-86CB23F3ECB3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89" creationId="{FA4D3387-3681-2903-6049-62B60B4057D4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0" creationId="{A7C0171E-F928-0606-BEA5-0E665EF0EED8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3" creationId="{DF9992A5-A66E-6E49-BB7F-1D5E5A9F484F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5" creationId="{AB65D198-3E25-7878-FBAF-A09A16F3CBAA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6" creationId="{BDDB0BC3-0858-88BC-86EC-6FC81D508935}"/>
          </ac:spMkLst>
        </pc:spChg>
        <pc:spChg chg="add del mod">
          <ac:chgData name="Lia Ossanna" userId="46d24f92-a3d9-425c-98e5-f4d1ec18a5c1" providerId="ADAL" clId="{3188B0A5-7A56-4BDD-8B38-4ED208104EB3}" dt="2026-01-12T22:20:09.330" v="1432" actId="478"/>
          <ac:spMkLst>
            <pc:docMk/>
            <pc:sldMk cId="3935512563" sldId="256"/>
            <ac:spMk id="199" creationId="{963D9DB5-0B0A-3897-B2FA-3DD4F50F5597}"/>
          </ac:spMkLst>
        </pc:spChg>
        <pc:spChg chg="add mod">
          <ac:chgData name="Lia Ossanna" userId="46d24f92-a3d9-425c-98e5-f4d1ec18a5c1" providerId="ADAL" clId="{3188B0A5-7A56-4BDD-8B38-4ED208104EB3}" dt="2026-01-12T22:21:30.974" v="1437" actId="120"/>
          <ac:spMkLst>
            <pc:docMk/>
            <pc:sldMk cId="3935512563" sldId="256"/>
            <ac:spMk id="212" creationId="{097CE564-95C1-4901-A173-A2862E24CE36}"/>
          </ac:spMkLst>
        </pc:spChg>
        <pc:spChg chg="add del mod">
          <ac:chgData name="Lia Ossanna" userId="46d24f92-a3d9-425c-98e5-f4d1ec18a5c1" providerId="ADAL" clId="{3188B0A5-7A56-4BDD-8B38-4ED208104EB3}" dt="2026-01-12T22:08:33.228" v="1000" actId="478"/>
          <ac:spMkLst>
            <pc:docMk/>
            <pc:sldMk cId="3935512563" sldId="256"/>
            <ac:spMk id="235" creationId="{4E5171D0-5EF8-3275-EAD1-7E1E8FA310CD}"/>
          </ac:spMkLst>
        </pc:spChg>
        <pc:spChg chg="add mod">
          <ac:chgData name="Lia Ossanna" userId="46d24f92-a3d9-425c-98e5-f4d1ec18a5c1" providerId="ADAL" clId="{3188B0A5-7A56-4BDD-8B38-4ED208104EB3}" dt="2026-01-12T22:09:25.397" v="1073" actId="20577"/>
          <ac:spMkLst>
            <pc:docMk/>
            <pc:sldMk cId="3935512563" sldId="256"/>
            <ac:spMk id="248" creationId="{142722A8-35F0-B99D-6ED3-10D8D3014064}"/>
          </ac:spMkLst>
        </pc:spChg>
        <pc:spChg chg="add mod">
          <ac:chgData name="Lia Ossanna" userId="46d24f92-a3d9-425c-98e5-f4d1ec18a5c1" providerId="ADAL" clId="{3188B0A5-7A56-4BDD-8B38-4ED208104EB3}" dt="2026-01-13T17:11:02.599" v="1991" actId="20577"/>
          <ac:spMkLst>
            <pc:docMk/>
            <pc:sldMk cId="3935512563" sldId="256"/>
            <ac:spMk id="266" creationId="{DCCDF99B-093B-D077-D378-B623CE2A4391}"/>
          </ac:spMkLst>
        </pc:spChg>
        <pc:spChg chg="add del mod">
          <ac:chgData name="Lia Ossanna" userId="46d24f92-a3d9-425c-98e5-f4d1ec18a5c1" providerId="ADAL" clId="{3188B0A5-7A56-4BDD-8B38-4ED208104EB3}" dt="2026-01-12T22:16:55.521" v="1339" actId="478"/>
          <ac:spMkLst>
            <pc:docMk/>
            <pc:sldMk cId="3935512563" sldId="256"/>
            <ac:spMk id="267" creationId="{3A13E2B2-9779-FB14-ABC8-BC071A8FA1E0}"/>
          </ac:spMkLst>
        </pc:spChg>
        <pc:spChg chg="add mod">
          <ac:chgData name="Lia Ossanna" userId="46d24f92-a3d9-425c-98e5-f4d1ec18a5c1" providerId="ADAL" clId="{3188B0A5-7A56-4BDD-8B38-4ED208104EB3}" dt="2026-01-13T17:11:06.011" v="1993" actId="20577"/>
          <ac:spMkLst>
            <pc:docMk/>
            <pc:sldMk cId="3935512563" sldId="256"/>
            <ac:spMk id="268" creationId="{07C39100-E618-8A3A-6B51-0D984D96A96A}"/>
          </ac:spMkLst>
        </pc:spChg>
        <pc:cxnChg chg="add mod ord">
          <ac:chgData name="Lia Ossanna" userId="46d24f92-a3d9-425c-98e5-f4d1ec18a5c1" providerId="ADAL" clId="{3188B0A5-7A56-4BDD-8B38-4ED208104EB3}" dt="2026-01-13T17:05:07.036" v="1973" actId="20577"/>
          <ac:cxnSpMkLst>
            <pc:docMk/>
            <pc:sldMk cId="3935512563" sldId="256"/>
            <ac:cxnSpMk id="3" creationId="{3BB66662-B730-C716-49FC-4E9FB27E3711}"/>
          </ac:cxnSpMkLst>
        </pc:cxnChg>
        <pc:cxnChg chg="mod">
          <ac:chgData name="Lia Ossanna" userId="46d24f92-a3d9-425c-98e5-f4d1ec18a5c1" providerId="ADAL" clId="{3188B0A5-7A56-4BDD-8B38-4ED208104EB3}" dt="2026-01-12T21:56:46.961" v="332" actId="1076"/>
          <ac:cxnSpMkLst>
            <pc:docMk/>
            <pc:sldMk cId="3935512563" sldId="256"/>
            <ac:cxnSpMk id="33" creationId="{6A20D645-EC65-613D-7F4D-94C55F0A623A}"/>
          </ac:cxnSpMkLst>
        </pc:cxnChg>
        <pc:cxnChg chg="mod">
          <ac:chgData name="Lia Ossanna" userId="46d24f92-a3d9-425c-98e5-f4d1ec18a5c1" providerId="ADAL" clId="{3188B0A5-7A56-4BDD-8B38-4ED208104EB3}" dt="2026-01-12T22:07:42.938" v="988" actId="1076"/>
          <ac:cxnSpMkLst>
            <pc:docMk/>
            <pc:sldMk cId="3935512563" sldId="256"/>
            <ac:cxnSpMk id="34" creationId="{42B0D4C9-E029-680A-13CB-AE4080790685}"/>
          </ac:cxnSpMkLst>
        </pc:cxnChg>
        <pc:cxnChg chg="mod">
          <ac:chgData name="Lia Ossanna" userId="46d24f92-a3d9-425c-98e5-f4d1ec18a5c1" providerId="ADAL" clId="{3188B0A5-7A56-4BDD-8B38-4ED208104EB3}" dt="2026-01-12T21:42:11.955" v="146" actId="1076"/>
          <ac:cxnSpMkLst>
            <pc:docMk/>
            <pc:sldMk cId="3935512563" sldId="256"/>
            <ac:cxnSpMk id="37" creationId="{D7F99C18-1A02-3DE7-51D9-3AE1AF69853E}"/>
          </ac:cxnSpMkLst>
        </pc:cxnChg>
        <pc:cxnChg chg="mod">
          <ac:chgData name="Lia Ossanna" userId="46d24f92-a3d9-425c-98e5-f4d1ec18a5c1" providerId="ADAL" clId="{3188B0A5-7A56-4BDD-8B38-4ED208104EB3}" dt="2026-01-12T21:42:13.890" v="147" actId="1076"/>
          <ac:cxnSpMkLst>
            <pc:docMk/>
            <pc:sldMk cId="3935512563" sldId="256"/>
            <ac:cxnSpMk id="40" creationId="{125BD32C-0EA6-3E80-A668-7665EE3B41CA}"/>
          </ac:cxnSpMkLst>
        </pc:cxnChg>
        <pc:cxnChg chg="mod">
          <ac:chgData name="Lia Ossanna" userId="46d24f92-a3d9-425c-98e5-f4d1ec18a5c1" providerId="ADAL" clId="{3188B0A5-7A56-4BDD-8B38-4ED208104EB3}" dt="2026-01-12T22:07:45.658" v="989" actId="1076"/>
          <ac:cxnSpMkLst>
            <pc:docMk/>
            <pc:sldMk cId="3935512563" sldId="256"/>
            <ac:cxnSpMk id="43" creationId="{1A08B30F-12DD-B781-459D-85D4012B2EDF}"/>
          </ac:cxnSpMkLst>
        </pc:cxnChg>
        <pc:cxnChg chg="mod">
          <ac:chgData name="Lia Ossanna" userId="46d24f92-a3d9-425c-98e5-f4d1ec18a5c1" providerId="ADAL" clId="{3188B0A5-7A56-4BDD-8B38-4ED208104EB3}" dt="2026-01-12T22:07:48.287" v="990" actId="1076"/>
          <ac:cxnSpMkLst>
            <pc:docMk/>
            <pc:sldMk cId="3935512563" sldId="256"/>
            <ac:cxnSpMk id="44" creationId="{0AE8EE47-2AF5-60E5-DE91-C33A48040939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53" creationId="{8E84181F-399A-45EA-1011-8510E64B8D99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54" creationId="{F85C9AAD-9296-F8D0-9819-7548D00EC22B}"/>
          </ac:cxnSpMkLst>
        </pc:cxnChg>
        <pc:cxnChg chg="del mod">
          <ac:chgData name="Lia Ossanna" userId="46d24f92-a3d9-425c-98e5-f4d1ec18a5c1" providerId="ADAL" clId="{3188B0A5-7A56-4BDD-8B38-4ED208104EB3}" dt="2026-01-12T22:01:27.979" v="574" actId="478"/>
          <ac:cxnSpMkLst>
            <pc:docMk/>
            <pc:sldMk cId="3935512563" sldId="256"/>
            <ac:cxnSpMk id="59" creationId="{03123EDC-02CA-91DB-35D5-CA4261EAA419}"/>
          </ac:cxnSpMkLst>
        </pc:cxnChg>
        <pc:cxnChg chg="del mod">
          <ac:chgData name="Lia Ossanna" userId="46d24f92-a3d9-425c-98e5-f4d1ec18a5c1" providerId="ADAL" clId="{3188B0A5-7A56-4BDD-8B38-4ED208104EB3}" dt="2026-01-12T22:01:26.779" v="573" actId="478"/>
          <ac:cxnSpMkLst>
            <pc:docMk/>
            <pc:sldMk cId="3935512563" sldId="256"/>
            <ac:cxnSpMk id="62" creationId="{6530122B-1F86-FE04-8E9A-79C2CE89F442}"/>
          </ac:cxnSpMkLst>
        </pc:cxnChg>
        <pc:cxnChg chg="mod">
          <ac:chgData name="Lia Ossanna" userId="46d24f92-a3d9-425c-98e5-f4d1ec18a5c1" providerId="ADAL" clId="{3188B0A5-7A56-4BDD-8B38-4ED208104EB3}" dt="2026-01-12T22:08:43.928" v="1001" actId="1076"/>
          <ac:cxnSpMkLst>
            <pc:docMk/>
            <pc:sldMk cId="3935512563" sldId="256"/>
            <ac:cxnSpMk id="65" creationId="{A0B027F1-934C-E676-7DC2-D2EDF7E5C4C5}"/>
          </ac:cxnSpMkLst>
        </pc:cxnChg>
        <pc:cxnChg chg="mod">
          <ac:chgData name="Lia Ossanna" userId="46d24f92-a3d9-425c-98e5-f4d1ec18a5c1" providerId="ADAL" clId="{3188B0A5-7A56-4BDD-8B38-4ED208104EB3}" dt="2026-01-12T22:09:08.256" v="1038" actId="1076"/>
          <ac:cxnSpMkLst>
            <pc:docMk/>
            <pc:sldMk cId="3935512563" sldId="256"/>
            <ac:cxnSpMk id="69" creationId="{45A509D0-2C00-CEDE-13AF-8A8B71D3AC27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72" creationId="{45582F73-D67E-E501-126D-F3CE5F850995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75" creationId="{50AC3DA8-8A8E-6E99-59AC-BE8216686415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78" creationId="{601B8A1B-6141-1357-282A-A93A3AE89EC1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81" creationId="{A0121181-F98B-2E08-800E-98312EEA1C54}"/>
          </ac:cxnSpMkLst>
        </pc:cxnChg>
        <pc:cxnChg chg="mod">
          <ac:chgData name="Lia Ossanna" userId="46d24f92-a3d9-425c-98e5-f4d1ec18a5c1" providerId="ADAL" clId="{3188B0A5-7A56-4BDD-8B38-4ED208104EB3}" dt="2026-01-12T22:13:33.386" v="1289" actId="1076"/>
          <ac:cxnSpMkLst>
            <pc:docMk/>
            <pc:sldMk cId="3935512563" sldId="256"/>
            <ac:cxnSpMk id="84" creationId="{B5F3DA15-B80B-3098-E82B-F6F0C5E97DA4}"/>
          </ac:cxnSpMkLst>
        </pc:cxnChg>
        <pc:cxnChg chg="mod ord">
          <ac:chgData name="Lia Ossanna" userId="46d24f92-a3d9-425c-98e5-f4d1ec18a5c1" providerId="ADAL" clId="{3188B0A5-7A56-4BDD-8B38-4ED208104EB3}" dt="2026-01-12T22:14:42.230" v="1319" actId="1076"/>
          <ac:cxnSpMkLst>
            <pc:docMk/>
            <pc:sldMk cId="3935512563" sldId="256"/>
            <ac:cxnSpMk id="85" creationId="{3BDA92F3-DF6F-339F-51DC-2D339586DDC0}"/>
          </ac:cxnSpMkLst>
        </pc:cxnChg>
        <pc:cxnChg chg="mod">
          <ac:chgData name="Lia Ossanna" userId="46d24f92-a3d9-425c-98e5-f4d1ec18a5c1" providerId="ADAL" clId="{3188B0A5-7A56-4BDD-8B38-4ED208104EB3}" dt="2026-01-12T22:19:28.970" v="1431" actId="1076"/>
          <ac:cxnSpMkLst>
            <pc:docMk/>
            <pc:sldMk cId="3935512563" sldId="256"/>
            <ac:cxnSpMk id="90" creationId="{38EB6D58-D2E1-0443-368D-FD77DB5D3E7E}"/>
          </ac:cxnSpMkLst>
        </pc:cxnChg>
        <pc:cxnChg chg="del mod">
          <ac:chgData name="Lia Ossanna" userId="46d24f92-a3d9-425c-98e5-f4d1ec18a5c1" providerId="ADAL" clId="{3188B0A5-7A56-4BDD-8B38-4ED208104EB3}" dt="2026-01-12T22:18:40.229" v="1366" actId="478"/>
          <ac:cxnSpMkLst>
            <pc:docMk/>
            <pc:sldMk cId="3935512563" sldId="256"/>
            <ac:cxnSpMk id="91" creationId="{2EA4E0DF-9F4F-4E0E-64A9-204B71C65486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96" creationId="{832E33F4-FC67-84CA-6019-C89F9C19B901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97" creationId="{528CC616-35BC-5203-73E3-969633EDEE78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79" creationId="{4B310C61-0DB9-AE45-E7A8-D22C5F6C1287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80" creationId="{54201C5E-A1F3-3AA0-B29C-D82C539F39A1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82" creationId="{7F6DBBE1-47EB-6253-6F9A-4F1E6097740E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85" creationId="{F408CCE1-B623-2AE9-C692-66910185D23F}"/>
          </ac:cxnSpMkLst>
        </pc:cxnChg>
        <pc:cxnChg chg="add mod">
          <ac:chgData name="Lia Ossanna" userId="46d24f92-a3d9-425c-98e5-f4d1ec18a5c1" providerId="ADAL" clId="{3188B0A5-7A56-4BDD-8B38-4ED208104EB3}" dt="2026-01-12T22:03:08.660" v="592" actId="1076"/>
          <ac:cxnSpMkLst>
            <pc:docMk/>
            <pc:sldMk cId="3935512563" sldId="256"/>
            <ac:cxnSpMk id="191" creationId="{426DAF2D-5D21-4FEE-8310-CD2A3C58A955}"/>
          </ac:cxnSpMkLst>
        </pc:cxnChg>
        <pc:cxnChg chg="add mod">
          <ac:chgData name="Lia Ossanna" userId="46d24f92-a3d9-425c-98e5-f4d1ec18a5c1" providerId="ADAL" clId="{3188B0A5-7A56-4BDD-8B38-4ED208104EB3}" dt="2026-01-12T22:03:36.549" v="601" actId="1076"/>
          <ac:cxnSpMkLst>
            <pc:docMk/>
            <pc:sldMk cId="3935512563" sldId="256"/>
            <ac:cxnSpMk id="192" creationId="{74DFA481-7E5C-4A6F-2A57-49483880EA52}"/>
          </ac:cxnSpMkLst>
        </pc:cxnChg>
        <pc:cxnChg chg="add mod">
          <ac:chgData name="Lia Ossanna" userId="46d24f92-a3d9-425c-98e5-f4d1ec18a5c1" providerId="ADAL" clId="{3188B0A5-7A56-4BDD-8B38-4ED208104EB3}" dt="2026-01-12T22:04:25.453" v="768" actId="1076"/>
          <ac:cxnSpMkLst>
            <pc:docMk/>
            <pc:sldMk cId="3935512563" sldId="256"/>
            <ac:cxnSpMk id="194" creationId="{2E53DED5-6DC5-A808-DD74-3D4920FCC798}"/>
          </ac:cxnSpMkLst>
        </pc:cxnChg>
        <pc:cxnChg chg="mod">
          <ac:chgData name="Lia Ossanna" userId="46d24f92-a3d9-425c-98e5-f4d1ec18a5c1" providerId="ADAL" clId="{3188B0A5-7A56-4BDD-8B38-4ED208104EB3}" dt="2026-01-12T22:04:33.129" v="772" actId="1076"/>
          <ac:cxnSpMkLst>
            <pc:docMk/>
            <pc:sldMk cId="3935512563" sldId="256"/>
            <ac:cxnSpMk id="197" creationId="{C3E46348-C02D-DA21-7416-87957BC2F94C}"/>
          </ac:cxnSpMkLst>
        </pc:cxnChg>
        <pc:cxnChg chg="mod ord">
          <ac:chgData name="Lia Ossanna" userId="46d24f92-a3d9-425c-98e5-f4d1ec18a5c1" providerId="ADAL" clId="{3188B0A5-7A56-4BDD-8B38-4ED208104EB3}" dt="2026-01-12T22:04:31.398" v="771" actId="1076"/>
          <ac:cxnSpMkLst>
            <pc:docMk/>
            <pc:sldMk cId="3935512563" sldId="256"/>
            <ac:cxnSpMk id="198" creationId="{73356332-FC91-0F1E-A6CE-7413EE10321C}"/>
          </ac:cxnSpMkLst>
        </pc:cxnChg>
        <pc:cxnChg chg="add mod">
          <ac:chgData name="Lia Ossanna" userId="46d24f92-a3d9-425c-98e5-f4d1ec18a5c1" providerId="ADAL" clId="{3188B0A5-7A56-4BDD-8B38-4ED208104EB3}" dt="2026-01-12T22:09:25.171" v="1070" actId="20577"/>
          <ac:cxnSpMkLst>
            <pc:docMk/>
            <pc:sldMk cId="3935512563" sldId="256"/>
            <ac:cxnSpMk id="252" creationId="{6BD3115C-082F-65F6-A83F-3C4D209C8805}"/>
          </ac:cxnSpMkLst>
        </pc:cxnChg>
        <pc:cxnChg chg="add mod">
          <ac:chgData name="Lia Ossanna" userId="46d24f92-a3d9-425c-98e5-f4d1ec18a5c1" providerId="ADAL" clId="{3188B0A5-7A56-4BDD-8B38-4ED208104EB3}" dt="2026-01-12T22:17:44.489" v="1357" actId="14100"/>
          <ac:cxnSpMkLst>
            <pc:docMk/>
            <pc:sldMk cId="3935512563" sldId="256"/>
            <ac:cxnSpMk id="269" creationId="{E0313F09-FA13-0EA1-2891-80F52869428E}"/>
          </ac:cxnSpMkLst>
        </pc:cxnChg>
        <pc:cxnChg chg="add mod ord">
          <ac:chgData name="Lia Ossanna" userId="46d24f92-a3d9-425c-98e5-f4d1ec18a5c1" providerId="ADAL" clId="{3188B0A5-7A56-4BDD-8B38-4ED208104EB3}" dt="2026-01-12T22:17:57.962" v="1362" actId="167"/>
          <ac:cxnSpMkLst>
            <pc:docMk/>
            <pc:sldMk cId="3935512563" sldId="256"/>
            <ac:cxnSpMk id="272" creationId="{E1BF4E16-244C-631F-BE2D-507AE6FA9FE8}"/>
          </ac:cxnSpMkLst>
        </pc:cxnChg>
      </pc:sldChg>
      <pc:sldChg chg="modSp mod">
        <pc:chgData name="Lia Ossanna" userId="46d24f92-a3d9-425c-98e5-f4d1ec18a5c1" providerId="ADAL" clId="{3188B0A5-7A56-4BDD-8B38-4ED208104EB3}" dt="2026-01-13T17:11:55.659" v="2026" actId="20577"/>
        <pc:sldMkLst>
          <pc:docMk/>
          <pc:sldMk cId="1071036082" sldId="257"/>
        </pc:sldMkLst>
        <pc:spChg chg="mod">
          <ac:chgData name="Lia Ossanna" userId="46d24f92-a3d9-425c-98e5-f4d1ec18a5c1" providerId="ADAL" clId="{3188B0A5-7A56-4BDD-8B38-4ED208104EB3}" dt="2026-01-12T22:29:22.283" v="1704" actId="20577"/>
          <ac:spMkLst>
            <pc:docMk/>
            <pc:sldMk cId="1071036082" sldId="257"/>
            <ac:spMk id="5" creationId="{0C6B61A2-CE02-7126-8E0B-526A4AE7E9A7}"/>
          </ac:spMkLst>
        </pc:spChg>
        <pc:spChg chg="mod">
          <ac:chgData name="Lia Ossanna" userId="46d24f92-a3d9-425c-98e5-f4d1ec18a5c1" providerId="ADAL" clId="{3188B0A5-7A56-4BDD-8B38-4ED208104EB3}" dt="2026-01-13T17:11:55.659" v="2026" actId="20577"/>
          <ac:spMkLst>
            <pc:docMk/>
            <pc:sldMk cId="1071036082" sldId="257"/>
            <ac:spMk id="6" creationId="{7EB7D909-9D99-92BA-6A53-42854E5E7BE3}"/>
          </ac:spMkLst>
        </pc:spChg>
      </pc:sldChg>
      <pc:sldChg chg="addSp delSp modSp new mod ord">
        <pc:chgData name="Lia Ossanna" userId="46d24f92-a3d9-425c-98e5-f4d1ec18a5c1" providerId="ADAL" clId="{3188B0A5-7A56-4BDD-8B38-4ED208104EB3}" dt="2026-01-12T22:00:48.749" v="570" actId="1076"/>
        <pc:sldMkLst>
          <pc:docMk/>
          <pc:sldMk cId="371825970" sldId="258"/>
        </pc:sldMkLst>
        <pc:spChg chg="add mod">
          <ac:chgData name="Lia Ossanna" userId="46d24f92-a3d9-425c-98e5-f4d1ec18a5c1" providerId="ADAL" clId="{3188B0A5-7A56-4BDD-8B38-4ED208104EB3}" dt="2026-01-12T21:58:30.643" v="377" actId="20577"/>
          <ac:spMkLst>
            <pc:docMk/>
            <pc:sldMk cId="371825970" sldId="258"/>
            <ac:spMk id="3" creationId="{1942038A-78A8-866F-DF2A-B171D01DBA02}"/>
          </ac:spMkLst>
        </pc:spChg>
        <pc:spChg chg="add del mod">
          <ac:chgData name="Lia Ossanna" userId="46d24f92-a3d9-425c-98e5-f4d1ec18a5c1" providerId="ADAL" clId="{3188B0A5-7A56-4BDD-8B38-4ED208104EB3}" dt="2026-01-12T21:58:40.821" v="378" actId="478"/>
          <ac:spMkLst>
            <pc:docMk/>
            <pc:sldMk cId="371825970" sldId="258"/>
            <ac:spMk id="4" creationId="{0AB51325-8520-8BFA-B911-423253AA9EF8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5" creationId="{5ED9FB7B-7D50-C8E5-9270-BC7D9B77824A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12" creationId="{3642F6FB-3D74-CADC-9B1D-1AF7867268EF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13" creationId="{EBC0A270-490A-C513-CA74-B3CBD8D28252}"/>
          </ac:spMkLst>
        </pc:spChg>
        <pc:spChg chg="add mod">
          <ac:chgData name="Lia Ossanna" userId="46d24f92-a3d9-425c-98e5-f4d1ec18a5c1" providerId="ADAL" clId="{3188B0A5-7A56-4BDD-8B38-4ED208104EB3}" dt="2026-01-12T21:59:49.931" v="451" actId="20577"/>
          <ac:spMkLst>
            <pc:docMk/>
            <pc:sldMk cId="371825970" sldId="258"/>
            <ac:spMk id="21" creationId="{66C0FA75-2E51-530F-40EE-051B8D747134}"/>
          </ac:spMkLst>
        </pc:spChg>
        <pc:spChg chg="add mod">
          <ac:chgData name="Lia Ossanna" userId="46d24f92-a3d9-425c-98e5-f4d1ec18a5c1" providerId="ADAL" clId="{3188B0A5-7A56-4BDD-8B38-4ED208104EB3}" dt="2026-01-12T21:59:52.636" v="453" actId="20577"/>
          <ac:spMkLst>
            <pc:docMk/>
            <pc:sldMk cId="371825970" sldId="258"/>
            <ac:spMk id="22" creationId="{7F9F1E07-4DB5-3D95-4ADA-6C352C766D0C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28" creationId="{A82B3B13-CEDA-AAF5-24D0-0FDF5DE1ECF7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29" creationId="{5915A3DF-E129-FE54-9556-A0440FBC719D}"/>
          </ac:spMkLst>
        </pc:spChg>
        <pc:spChg chg="add mod">
          <ac:chgData name="Lia Ossanna" userId="46d24f92-a3d9-425c-98e5-f4d1ec18a5c1" providerId="ADAL" clId="{3188B0A5-7A56-4BDD-8B38-4ED208104EB3}" dt="2026-01-12T22:00:48.749" v="570" actId="1076"/>
          <ac:spMkLst>
            <pc:docMk/>
            <pc:sldMk cId="371825970" sldId="258"/>
            <ac:spMk id="31" creationId="{C7582AD4-947D-77C6-DF94-5CD1FD8240A3}"/>
          </ac:spMkLst>
        </pc:spChg>
        <pc:spChg chg="add mod">
          <ac:chgData name="Lia Ossanna" userId="46d24f92-a3d9-425c-98e5-f4d1ec18a5c1" providerId="ADAL" clId="{3188B0A5-7A56-4BDD-8B38-4ED208104EB3}" dt="2026-01-12T22:00:24.241" v="467"/>
          <ac:spMkLst>
            <pc:docMk/>
            <pc:sldMk cId="371825970" sldId="258"/>
            <ac:spMk id="32" creationId="{061B6E0B-8691-BFDE-D58C-3EA07593EEA4}"/>
          </ac:spMkLst>
        </pc:spChg>
        <pc:cxnChg chg="add mod">
          <ac:chgData name="Lia Ossanna" userId="46d24f92-a3d9-425c-98e5-f4d1ec18a5c1" providerId="ADAL" clId="{3188B0A5-7A56-4BDD-8B38-4ED208104EB3}" dt="2026-01-12T21:58:04.792" v="340" actId="20577"/>
          <ac:cxnSpMkLst>
            <pc:docMk/>
            <pc:sldMk cId="371825970" sldId="258"/>
            <ac:cxnSpMk id="15" creationId="{1B7EC36A-59E5-F4C7-7067-68739BB4A22A}"/>
          </ac:cxnSpMkLst>
        </pc:cxnChg>
        <pc:cxnChg chg="add del mod">
          <ac:chgData name="Lia Ossanna" userId="46d24f92-a3d9-425c-98e5-f4d1ec18a5c1" providerId="ADAL" clId="{3188B0A5-7A56-4BDD-8B38-4ED208104EB3}" dt="2026-01-12T21:58:42.905" v="379" actId="478"/>
          <ac:cxnSpMkLst>
            <pc:docMk/>
            <pc:sldMk cId="371825970" sldId="258"/>
            <ac:cxnSpMk id="18" creationId="{B92F280D-144E-B1C4-48F5-CB536FAFD4CA}"/>
          </ac:cxnSpMkLst>
        </pc:cxnChg>
        <pc:cxnChg chg="add mod">
          <ac:chgData name="Lia Ossanna" userId="46d24f92-a3d9-425c-98e5-f4d1ec18a5c1" providerId="ADAL" clId="{3188B0A5-7A56-4BDD-8B38-4ED208104EB3}" dt="2026-01-12T21:59:00.814" v="380" actId="20577"/>
          <ac:cxnSpMkLst>
            <pc:docMk/>
            <pc:sldMk cId="371825970" sldId="258"/>
            <ac:cxnSpMk id="23" creationId="{712E2D57-4F4F-80AF-302A-824E66208095}"/>
          </ac:cxnSpMkLst>
        </pc:cxnChg>
        <pc:cxnChg chg="add mod">
          <ac:chgData name="Lia Ossanna" userId="46d24f92-a3d9-425c-98e5-f4d1ec18a5c1" providerId="ADAL" clId="{3188B0A5-7A56-4BDD-8B38-4ED208104EB3}" dt="2026-01-12T21:59:30.886" v="412" actId="20577"/>
          <ac:cxnSpMkLst>
            <pc:docMk/>
            <pc:sldMk cId="371825970" sldId="258"/>
            <ac:cxnSpMk id="26" creationId="{85C3D1B9-D68A-5834-728B-ECA15821D83C}"/>
          </ac:cxnSpMkLst>
        </pc:cxnChg>
        <pc:cxnChg chg="add mod">
          <ac:chgData name="Lia Ossanna" userId="46d24f92-a3d9-425c-98e5-f4d1ec18a5c1" providerId="ADAL" clId="{3188B0A5-7A56-4BDD-8B38-4ED208104EB3}" dt="2026-01-12T21:54:56.219" v="296" actId="1076"/>
          <ac:cxnSpMkLst>
            <pc:docMk/>
            <pc:sldMk cId="371825970" sldId="258"/>
            <ac:cxnSpMk id="53" creationId="{8E84181F-399A-45EA-1011-8510E64B8D99}"/>
          </ac:cxnSpMkLst>
        </pc:cxnChg>
        <pc:cxnChg chg="add mod">
          <ac:chgData name="Lia Ossanna" userId="46d24f92-a3d9-425c-98e5-f4d1ec18a5c1" providerId="ADAL" clId="{3188B0A5-7A56-4BDD-8B38-4ED208104EB3}" dt="2026-01-12T21:54:54.236" v="295" actId="1076"/>
          <ac:cxnSpMkLst>
            <pc:docMk/>
            <pc:sldMk cId="371825970" sldId="258"/>
            <ac:cxnSpMk id="54" creationId="{F85C9AAD-9296-F8D0-9819-7548D00EC22B}"/>
          </ac:cxnSpMkLst>
        </pc:cxnChg>
        <pc:cxnChg chg="add mod">
          <ac:chgData name="Lia Ossanna" userId="46d24f92-a3d9-425c-98e5-f4d1ec18a5c1" providerId="ADAL" clId="{3188B0A5-7A56-4BDD-8B38-4ED208104EB3}" dt="2026-01-12T21:55:04.242" v="300" actId="1076"/>
          <ac:cxnSpMkLst>
            <pc:docMk/>
            <pc:sldMk cId="371825970" sldId="258"/>
            <ac:cxnSpMk id="96" creationId="{832E33F4-FC67-84CA-6019-C89F9C19B901}"/>
          </ac:cxnSpMkLst>
        </pc:cxnChg>
        <pc:cxnChg chg="add mod">
          <ac:chgData name="Lia Ossanna" userId="46d24f92-a3d9-425c-98e5-f4d1ec18a5c1" providerId="ADAL" clId="{3188B0A5-7A56-4BDD-8B38-4ED208104EB3}" dt="2026-01-12T21:55:00.791" v="298" actId="1076"/>
          <ac:cxnSpMkLst>
            <pc:docMk/>
            <pc:sldMk cId="371825970" sldId="258"/>
            <ac:cxnSpMk id="97" creationId="{528CC616-35BC-5203-73E3-969633EDEE78}"/>
          </ac:cxnSpMkLst>
        </pc:cxnChg>
      </pc:sldChg>
      <pc:sldChg chg="addSp delSp modSp new mod modClrScheme chgLayout">
        <pc:chgData name="Lia Ossanna" userId="46d24f92-a3d9-425c-98e5-f4d1ec18a5c1" providerId="ADAL" clId="{3188B0A5-7A56-4BDD-8B38-4ED208104EB3}" dt="2026-01-13T17:12:13.105" v="2036" actId="20577"/>
        <pc:sldMkLst>
          <pc:docMk/>
          <pc:sldMk cId="1812141213" sldId="259"/>
        </pc:sldMkLst>
        <pc:spChg chg="del mod ord">
          <ac:chgData name="Lia Ossanna" userId="46d24f92-a3d9-425c-98e5-f4d1ec18a5c1" providerId="ADAL" clId="{3188B0A5-7A56-4BDD-8B38-4ED208104EB3}" dt="2026-01-12T23:11:16.709" v="1709" actId="700"/>
          <ac:spMkLst>
            <pc:docMk/>
            <pc:sldMk cId="1812141213" sldId="259"/>
            <ac:spMk id="2" creationId="{53A3BAE8-B170-6A04-4088-CFA1886F13F3}"/>
          </ac:spMkLst>
        </pc:spChg>
        <pc:spChg chg="del mod ord">
          <ac:chgData name="Lia Ossanna" userId="46d24f92-a3d9-425c-98e5-f4d1ec18a5c1" providerId="ADAL" clId="{3188B0A5-7A56-4BDD-8B38-4ED208104EB3}" dt="2026-01-12T23:11:16.709" v="1709" actId="700"/>
          <ac:spMkLst>
            <pc:docMk/>
            <pc:sldMk cId="1812141213" sldId="259"/>
            <ac:spMk id="3" creationId="{C78B0948-EE77-BFB4-FBAC-678DE06CA6EE}"/>
          </ac:spMkLst>
        </pc:spChg>
        <pc:spChg chg="del">
          <ac:chgData name="Lia Ossanna" userId="46d24f92-a3d9-425c-98e5-f4d1ec18a5c1" providerId="ADAL" clId="{3188B0A5-7A56-4BDD-8B38-4ED208104EB3}" dt="2026-01-12T23:11:16.709" v="1709" actId="700"/>
          <ac:spMkLst>
            <pc:docMk/>
            <pc:sldMk cId="1812141213" sldId="259"/>
            <ac:spMk id="4" creationId="{F86EE51A-D80A-4F7C-35BE-6E34A05D7070}"/>
          </ac:spMkLst>
        </pc:spChg>
        <pc:spChg chg="add mod ord">
          <ac:chgData name="Lia Ossanna" userId="46d24f92-a3d9-425c-98e5-f4d1ec18a5c1" providerId="ADAL" clId="{3188B0A5-7A56-4BDD-8B38-4ED208104EB3}" dt="2026-01-12T23:11:29.382" v="1725" actId="20577"/>
          <ac:spMkLst>
            <pc:docMk/>
            <pc:sldMk cId="1812141213" sldId="259"/>
            <ac:spMk id="5" creationId="{DBB8FC7F-B5F7-C939-0FCB-066900D4AA9B}"/>
          </ac:spMkLst>
        </pc:spChg>
        <pc:spChg chg="add mod ord">
          <ac:chgData name="Lia Ossanna" userId="46d24f92-a3d9-425c-98e5-f4d1ec18a5c1" providerId="ADAL" clId="{3188B0A5-7A56-4BDD-8B38-4ED208104EB3}" dt="2026-01-13T17:12:13.105" v="2036" actId="20577"/>
          <ac:spMkLst>
            <pc:docMk/>
            <pc:sldMk cId="1812141213" sldId="259"/>
            <ac:spMk id="6" creationId="{C950CDB0-982E-FD61-B391-8B888BC84B96}"/>
          </ac:spMkLst>
        </pc:spChg>
      </pc:sldChg>
      <pc:sldChg chg="new del">
        <pc:chgData name="Lia Ossanna" userId="46d24f92-a3d9-425c-98e5-f4d1ec18a5c1" providerId="ADAL" clId="{3188B0A5-7A56-4BDD-8B38-4ED208104EB3}" dt="2026-01-12T23:10:58.397" v="1707" actId="47"/>
        <pc:sldMkLst>
          <pc:docMk/>
          <pc:sldMk cId="2440564028" sldId="259"/>
        </pc:sldMkLst>
      </pc:sldChg>
      <pc:sldChg chg="addSp delSp modSp new del mod modClrScheme chgLayout">
        <pc:chgData name="Lia Ossanna" userId="46d24f92-a3d9-425c-98e5-f4d1ec18a5c1" providerId="ADAL" clId="{3188B0A5-7A56-4BDD-8B38-4ED208104EB3}" dt="2026-01-12T22:22:08.918" v="1438" actId="47"/>
        <pc:sldMkLst>
          <pc:docMk/>
          <pc:sldMk cId="3989154884" sldId="259"/>
        </pc:sldMkLst>
        <pc:spChg chg="del">
          <ac:chgData name="Lia Ossanna" userId="46d24f92-a3d9-425c-98e5-f4d1ec18a5c1" providerId="ADAL" clId="{3188B0A5-7A56-4BDD-8B38-4ED208104EB3}" dt="2026-01-12T22:02:25.690" v="579" actId="700"/>
          <ac:spMkLst>
            <pc:docMk/>
            <pc:sldMk cId="3989154884" sldId="259"/>
            <ac:spMk id="2" creationId="{85F8A90D-57BF-2684-8970-FD732F9AE4A0}"/>
          </ac:spMkLst>
        </pc:spChg>
        <pc:spChg chg="del">
          <ac:chgData name="Lia Ossanna" userId="46d24f92-a3d9-425c-98e5-f4d1ec18a5c1" providerId="ADAL" clId="{3188B0A5-7A56-4BDD-8B38-4ED208104EB3}" dt="2026-01-12T22:02:25.690" v="579" actId="700"/>
          <ac:spMkLst>
            <pc:docMk/>
            <pc:sldMk cId="3989154884" sldId="259"/>
            <ac:spMk id="3" creationId="{E77CC94F-E395-AD4F-8735-B495CBACB6A0}"/>
          </ac:spMkLst>
        </pc:spChg>
        <pc:spChg chg="del">
          <ac:chgData name="Lia Ossanna" userId="46d24f92-a3d9-425c-98e5-f4d1ec18a5c1" providerId="ADAL" clId="{3188B0A5-7A56-4BDD-8B38-4ED208104EB3}" dt="2026-01-12T22:02:25.690" v="579" actId="700"/>
          <ac:spMkLst>
            <pc:docMk/>
            <pc:sldMk cId="3989154884" sldId="259"/>
            <ac:spMk id="4" creationId="{8E89C4D6-84CE-9429-8C18-64F90A2AF649}"/>
          </ac:spMkLst>
        </pc:spChg>
        <pc:spChg chg="add mod">
          <ac:chgData name="Lia Ossanna" userId="46d24f92-a3d9-425c-98e5-f4d1ec18a5c1" providerId="ADAL" clId="{3188B0A5-7A56-4BDD-8B38-4ED208104EB3}" dt="2026-01-12T22:02:32.149" v="581" actId="1076"/>
          <ac:spMkLst>
            <pc:docMk/>
            <pc:sldMk cId="3989154884" sldId="259"/>
            <ac:spMk id="5" creationId="{43508BF6-BF4A-48AD-D530-0EFF311D5CF9}"/>
          </ac:spMkLst>
        </pc:spChg>
        <pc:spChg chg="add del mod">
          <ac:chgData name="Lia Ossanna" userId="46d24f92-a3d9-425c-98e5-f4d1ec18a5c1" providerId="ADAL" clId="{3188B0A5-7A56-4BDD-8B38-4ED208104EB3}" dt="2026-01-12T22:02:29.869" v="580" actId="478"/>
          <ac:spMkLst>
            <pc:docMk/>
            <pc:sldMk cId="3989154884" sldId="259"/>
            <ac:spMk id="6" creationId="{CAC8497D-8A0F-662C-EA9D-68000DA861F6}"/>
          </ac:spMkLst>
        </pc:spChg>
        <pc:spChg chg="add mod">
          <ac:chgData name="Lia Ossanna" userId="46d24f92-a3d9-425c-98e5-f4d1ec18a5c1" providerId="ADAL" clId="{3188B0A5-7A56-4BDD-8B38-4ED208104EB3}" dt="2026-01-12T22:02:33.973" v="582" actId="1076"/>
          <ac:spMkLst>
            <pc:docMk/>
            <pc:sldMk cId="3989154884" sldId="259"/>
            <ac:spMk id="7" creationId="{9CF54C1B-63D9-6A7F-0F55-BD4BDD1120EF}"/>
          </ac:spMkLst>
        </pc:spChg>
        <pc:spChg chg="add mod">
          <ac:chgData name="Lia Ossanna" userId="46d24f92-a3d9-425c-98e5-f4d1ec18a5c1" providerId="ADAL" clId="{3188B0A5-7A56-4BDD-8B38-4ED208104EB3}" dt="2026-01-12T22:02:41.698" v="586" actId="1076"/>
          <ac:spMkLst>
            <pc:docMk/>
            <pc:sldMk cId="3989154884" sldId="259"/>
            <ac:spMk id="8" creationId="{B9C0E7C8-54A1-2C84-A751-0C0809FD063E}"/>
          </ac:spMkLst>
        </pc:spChg>
        <pc:spChg chg="add mod">
          <ac:chgData name="Lia Ossanna" userId="46d24f92-a3d9-425c-98e5-f4d1ec18a5c1" providerId="ADAL" clId="{3188B0A5-7A56-4BDD-8B38-4ED208104EB3}" dt="2026-01-12T22:02:21.599" v="578"/>
          <ac:spMkLst>
            <pc:docMk/>
            <pc:sldMk cId="3989154884" sldId="259"/>
            <ac:spMk id="11" creationId="{9863871A-74A3-CEDC-4CFF-D184C6A87092}"/>
          </ac:spMkLst>
        </pc:spChg>
        <pc:spChg chg="add mod">
          <ac:chgData name="Lia Ossanna" userId="46d24f92-a3d9-425c-98e5-f4d1ec18a5c1" providerId="ADAL" clId="{3188B0A5-7A56-4BDD-8B38-4ED208104EB3}" dt="2026-01-12T22:02:44.509" v="587" actId="1076"/>
          <ac:spMkLst>
            <pc:docMk/>
            <pc:sldMk cId="3989154884" sldId="259"/>
            <ac:spMk id="13" creationId="{0B0B79EB-8CCB-32B0-72E7-CE38693368A9}"/>
          </ac:spMkLst>
        </pc:spChg>
        <pc:spChg chg="add mod">
          <ac:chgData name="Lia Ossanna" userId="46d24f92-a3d9-425c-98e5-f4d1ec18a5c1" providerId="ADAL" clId="{3188B0A5-7A56-4BDD-8B38-4ED208104EB3}" dt="2026-01-12T22:02:47.771" v="588" actId="1076"/>
          <ac:spMkLst>
            <pc:docMk/>
            <pc:sldMk cId="3989154884" sldId="259"/>
            <ac:spMk id="14" creationId="{B4A4F242-AEE4-840E-3594-533E4EE0EF3E}"/>
          </ac:spMkLst>
        </pc:spChg>
        <pc:spChg chg="add mod">
          <ac:chgData name="Lia Ossanna" userId="46d24f92-a3d9-425c-98e5-f4d1ec18a5c1" providerId="ADAL" clId="{3188B0A5-7A56-4BDD-8B38-4ED208104EB3}" dt="2026-01-12T22:02:35.809" v="583" actId="1076"/>
          <ac:spMkLst>
            <pc:docMk/>
            <pc:sldMk cId="3989154884" sldId="259"/>
            <ac:spMk id="17" creationId="{5D76E110-F297-3B98-73AC-9040458990AB}"/>
          </ac:spMkLst>
        </pc:spChg>
        <pc:cxnChg chg="add mod">
          <ac:chgData name="Lia Ossanna" userId="46d24f92-a3d9-425c-98e5-f4d1ec18a5c1" providerId="ADAL" clId="{3188B0A5-7A56-4BDD-8B38-4ED208104EB3}" dt="2026-01-12T22:02:33.973" v="582" actId="1076"/>
          <ac:cxnSpMkLst>
            <pc:docMk/>
            <pc:sldMk cId="3989154884" sldId="259"/>
            <ac:cxnSpMk id="9" creationId="{4E4132D0-54EE-EEB5-329E-84281F84B33F}"/>
          </ac:cxnSpMkLst>
        </pc:cxnChg>
        <pc:cxnChg chg="add mod">
          <ac:chgData name="Lia Ossanna" userId="46d24f92-a3d9-425c-98e5-f4d1ec18a5c1" providerId="ADAL" clId="{3188B0A5-7A56-4BDD-8B38-4ED208104EB3}" dt="2026-01-12T22:02:41.698" v="586" actId="1076"/>
          <ac:cxnSpMkLst>
            <pc:docMk/>
            <pc:sldMk cId="3989154884" sldId="259"/>
            <ac:cxnSpMk id="10" creationId="{F7913869-2F13-E3F7-49B8-D5BB714E2124}"/>
          </ac:cxnSpMkLst>
        </pc:cxnChg>
        <pc:cxnChg chg="mod">
          <ac:chgData name="Lia Ossanna" userId="46d24f92-a3d9-425c-98e5-f4d1ec18a5c1" providerId="ADAL" clId="{3188B0A5-7A56-4BDD-8B38-4ED208104EB3}" dt="2026-01-12T22:02:33.973" v="582" actId="1076"/>
          <ac:cxnSpMkLst>
            <pc:docMk/>
            <pc:sldMk cId="3989154884" sldId="259"/>
            <ac:cxnSpMk id="12" creationId="{0522BCDA-4D50-3984-04B0-8CE8CCACF1AD}"/>
          </ac:cxnSpMkLst>
        </pc:cxnChg>
        <pc:cxnChg chg="mod">
          <ac:chgData name="Lia Ossanna" userId="46d24f92-a3d9-425c-98e5-f4d1ec18a5c1" providerId="ADAL" clId="{3188B0A5-7A56-4BDD-8B38-4ED208104EB3}" dt="2026-01-12T22:02:44.509" v="587" actId="1076"/>
          <ac:cxnSpMkLst>
            <pc:docMk/>
            <pc:sldMk cId="3989154884" sldId="259"/>
            <ac:cxnSpMk id="15" creationId="{14E728F7-3CAF-5F27-7284-001315F96F7F}"/>
          </ac:cxnSpMkLst>
        </pc:cxnChg>
        <pc:cxnChg chg="mod">
          <ac:chgData name="Lia Ossanna" userId="46d24f92-a3d9-425c-98e5-f4d1ec18a5c1" providerId="ADAL" clId="{3188B0A5-7A56-4BDD-8B38-4ED208104EB3}" dt="2026-01-12T22:02:47.771" v="588" actId="1076"/>
          <ac:cxnSpMkLst>
            <pc:docMk/>
            <pc:sldMk cId="3989154884" sldId="259"/>
            <ac:cxnSpMk id="16" creationId="{D7735ED0-9083-3D0B-507A-0C6C3E5A212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445D-43C0-BCD3-35C2-9730EFC0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A859B-9596-D19B-7FB2-F25C2B51E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9D5B-201B-6B5F-0D48-1FC3240A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C539-A593-CF79-F992-46D7AA6A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7FEC2-2B97-4299-F2DB-66813796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0FA1-0263-023C-0B29-C1A66CC8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534D-4901-2DA4-A0E3-4CBC8B399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64C2D-28F3-DDBD-C231-66DF0813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22726-0757-D047-9ABB-71728324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EB33-5EDA-F363-7BEE-F2EC6990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751F-5D33-DC47-CA0C-23F06586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B0214-B41E-DD48-132B-1F3A98A6C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D668-9664-8EC9-AE3F-A9BF5DE5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CFF30-AE5D-D318-0CC5-B2F7258F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4315-D94A-333A-D146-9022DEA6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2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B5C5-17B6-6732-29BF-FA3A2AD6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C8FE-1738-B055-9C2A-696496CF8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5418B-77F3-6173-2B66-55D653BC2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4A81D-3A7D-23DD-7C4A-A4FA85DE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2CD53-E9F9-3C41-35DD-A52EFF0D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0086-2C63-D949-492E-C122D8D5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8D02-2BFD-2647-66B3-66EA62F7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A8CFD-546D-17AB-CCC4-80F4DA39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2A6AA-6439-2A73-F681-E49E4C3AE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1BC67-DDFD-0F3F-8FF3-997C8E54A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1A177-8770-DB0E-10F8-760134AF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EAA6A-7373-23AE-F595-9936FEAD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640888-6AAC-2920-08A4-05923584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92AF1-C25C-737E-4015-035BAC64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9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3F54-9F7D-8C1A-445C-C27204B8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4D10B-F020-A702-93AC-5E097849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8BD30-2880-863D-2492-8D6337D3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965E7-1CAF-8730-646C-903420AB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7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F77AB-2FB3-ADF0-0F9F-BC43CBA1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B8D46-DA6A-572D-CE75-77C84BB4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C7D6-EA6F-4570-AC28-EBC82355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DF23-D59B-F1F6-7C5E-0FD9A181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8294-4729-1644-0884-F1E05FBA4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98087-7929-F5F3-8681-CF505F995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82B6C-27C2-7488-ADCE-F906D49C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F9C5-6CC7-BA82-F185-2A4E1C04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2FF51-1A6A-7D82-E33D-0A140767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B437-D6C4-E637-92BA-536FE74D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A1B98-1A96-5C8A-43D4-9AEAF0492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7E1-6A92-E414-4B1E-CDAED78B7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8587D-8BF1-5E5A-50CB-98907F04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B8D1-FEEA-0BF6-27B7-22690AFD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4B1F-8C78-A62E-4236-0753DCC4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1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5C5C-39DE-0A05-40B0-8E38F91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304DC-26A9-C439-132C-E3DB275C9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F0C7-C24C-2A8B-0D27-51F20D4D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6A03-AE12-C035-E70A-2A107DF2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A3E4E-0B06-5280-4156-FCBBBDB2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7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118DF-898D-59B2-3DED-FFF91AB5C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2092-930C-6051-5A16-143001EED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E9C8C-4945-C47F-B780-B94E8B4F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5B1D-A477-6C7F-9E17-D7260548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C1A9-10A4-3608-78A4-BE06E1DD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1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64459-E774-7878-35FB-DE0BBA82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76E0-384F-26CF-77B8-CF7E389D6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3E58-2249-B830-3905-B838FFE50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1D5C2-A3CC-45FA-B6C9-A84E68026F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3E9FB-6D49-61E3-2C61-2E6B2E15C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D7FB-EA62-BD0E-6DBA-04294D3A9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D9FB7B-7D50-C8E5-9270-BC7D9B77824A}"/>
              </a:ext>
            </a:extLst>
          </p:cNvPr>
          <p:cNvSpPr txBox="1"/>
          <p:nvPr/>
        </p:nvSpPr>
        <p:spPr>
          <a:xfrm>
            <a:off x="4318000" y="394382"/>
            <a:ext cx="31580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LDC &amp; land treatment do NOT overlap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2F6FB-3D74-CADC-9B1D-1AF7867268EF}"/>
              </a:ext>
            </a:extLst>
          </p:cNvPr>
          <p:cNvSpPr txBox="1"/>
          <p:nvPr/>
        </p:nvSpPr>
        <p:spPr>
          <a:xfrm>
            <a:off x="5033432" y="1778311"/>
            <a:ext cx="150706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HAS wildfire info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0A270-490A-C513-CA74-B3CBD8D28252}"/>
              </a:ext>
            </a:extLst>
          </p:cNvPr>
          <p:cNvSpPr txBox="1"/>
          <p:nvPr/>
        </p:nvSpPr>
        <p:spPr>
          <a:xfrm>
            <a:off x="9359900" y="1878198"/>
            <a:ext cx="1422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NO wildfire info (1)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B3B13-CEDA-AAF5-24D0-0FDF5DE1ECF7}"/>
              </a:ext>
            </a:extLst>
          </p:cNvPr>
          <p:cNvSpPr txBox="1"/>
          <p:nvPr/>
        </p:nvSpPr>
        <p:spPr>
          <a:xfrm>
            <a:off x="2501902" y="3118700"/>
            <a:ext cx="18965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LDC monitored BEFORE first wildfire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15A3DF-E129-FE54-9556-A0440FBC719D}"/>
              </a:ext>
            </a:extLst>
          </p:cNvPr>
          <p:cNvSpPr txBox="1"/>
          <p:nvPr/>
        </p:nvSpPr>
        <p:spPr>
          <a:xfrm>
            <a:off x="8343901" y="3349533"/>
            <a:ext cx="17271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LDC monitored AFTER first wildfire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84181F-399A-45EA-1011-8510E64B8D99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flipH="1">
            <a:off x="5786966" y="1102268"/>
            <a:ext cx="110067" cy="67604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5C9AAD-9296-F8D0-9819-7548D00EC22B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5897033" y="1102268"/>
            <a:ext cx="4174067" cy="77593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32E33F4-FC67-84CA-6019-C89F9C19B901}"/>
              </a:ext>
            </a:extLst>
          </p:cNvPr>
          <p:cNvCxnSpPr>
            <a:cxnSpLocks/>
            <a:stCxn id="12" idx="2"/>
            <a:endCxn id="28" idx="0"/>
          </p:cNvCxnSpPr>
          <p:nvPr/>
        </p:nvCxnSpPr>
        <p:spPr>
          <a:xfrm flipH="1">
            <a:off x="3450168" y="2363086"/>
            <a:ext cx="2336798" cy="75561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28CC616-35BC-5203-73E3-969633EDEE78}"/>
              </a:ext>
            </a:extLst>
          </p:cNvPr>
          <p:cNvCxnSpPr>
            <a:cxnSpLocks/>
            <a:stCxn id="12" idx="2"/>
            <a:endCxn id="29" idx="0"/>
          </p:cNvCxnSpPr>
          <p:nvPr/>
        </p:nvCxnSpPr>
        <p:spPr>
          <a:xfrm>
            <a:off x="5786966" y="2363086"/>
            <a:ext cx="3420535" cy="98644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42038A-78A8-866F-DF2A-B171D01DBA02}"/>
              </a:ext>
            </a:extLst>
          </p:cNvPr>
          <p:cNvSpPr txBox="1"/>
          <p:nvPr/>
        </p:nvSpPr>
        <p:spPr>
          <a:xfrm>
            <a:off x="706967" y="4375390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BEFORE most recent wildfire (2)</a:t>
            </a:r>
          </a:p>
          <a:p>
            <a:pPr algn="ctr"/>
            <a:r>
              <a:rPr lang="en-US" sz="1200" dirty="0"/>
              <a:t>LDC </a:t>
            </a:r>
            <a:r>
              <a:rPr lang="en-US" sz="1200" dirty="0">
                <a:sym typeface="Wingdings" panose="05000000000000000000" pitchFamily="2" charset="2"/>
              </a:rPr>
              <a:t> Fire1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7EC36A-59E5-F4C7-7067-68739BB4A22A}"/>
              </a:ext>
            </a:extLst>
          </p:cNvPr>
          <p:cNvCxnSpPr>
            <a:cxnSpLocks/>
            <a:stCxn id="28" idx="2"/>
            <a:endCxn id="3" idx="0"/>
          </p:cNvCxnSpPr>
          <p:nvPr/>
        </p:nvCxnSpPr>
        <p:spPr>
          <a:xfrm flipH="1">
            <a:off x="1655233" y="3580365"/>
            <a:ext cx="1794935" cy="7950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C0FA75-2E51-530F-40EE-051B8D747134}"/>
              </a:ext>
            </a:extLst>
          </p:cNvPr>
          <p:cNvSpPr txBox="1"/>
          <p:nvPr/>
        </p:nvSpPr>
        <p:spPr>
          <a:xfrm>
            <a:off x="6553198" y="4797644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BEFORE most recent wildfire (3)</a:t>
            </a:r>
            <a:endParaRPr lang="en-US" sz="1200" dirty="0"/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LDC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9F1E07-4DB5-3D95-4ADA-6C352C766D0C}"/>
              </a:ext>
            </a:extLst>
          </p:cNvPr>
          <p:cNvSpPr txBox="1"/>
          <p:nvPr/>
        </p:nvSpPr>
        <p:spPr>
          <a:xfrm>
            <a:off x="9931397" y="4758233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most recent wildfire (4)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LDC</a:t>
            </a:r>
            <a:endParaRPr lang="en-US" sz="1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2E2D57-4F4F-80AF-302A-824E66208095}"/>
              </a:ext>
            </a:extLst>
          </p:cNvPr>
          <p:cNvCxnSpPr>
            <a:cxnSpLocks/>
            <a:stCxn id="29" idx="2"/>
            <a:endCxn id="21" idx="0"/>
          </p:cNvCxnSpPr>
          <p:nvPr/>
        </p:nvCxnSpPr>
        <p:spPr>
          <a:xfrm flipH="1">
            <a:off x="7501464" y="3811198"/>
            <a:ext cx="1706037" cy="9864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C3D1B9-D68A-5834-728B-ECA15821D83C}"/>
              </a:ext>
            </a:extLst>
          </p:cNvPr>
          <p:cNvCxnSpPr>
            <a:cxnSpLocks/>
            <a:stCxn id="29" idx="2"/>
            <a:endCxn id="22" idx="0"/>
          </p:cNvCxnSpPr>
          <p:nvPr/>
        </p:nvCxnSpPr>
        <p:spPr>
          <a:xfrm>
            <a:off x="9207501" y="3811198"/>
            <a:ext cx="1672162" cy="9470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7582AD4-947D-77C6-DF94-5CD1FD8240A3}"/>
              </a:ext>
            </a:extLst>
          </p:cNvPr>
          <p:cNvSpPr txBox="1"/>
          <p:nvPr/>
        </p:nvSpPr>
        <p:spPr>
          <a:xfrm>
            <a:off x="3174999" y="4472601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LDC cannot be monitored after the most recent fire but before the first fire</a:t>
            </a:r>
          </a:p>
        </p:txBody>
      </p:sp>
    </p:spTree>
    <p:extLst>
      <p:ext uri="{BB962C8B-B14F-4D97-AF65-F5344CB8AC3E}">
        <p14:creationId xmlns:p14="http://schemas.microsoft.com/office/powerpoint/2010/main" val="37182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B66662-B730-C716-49FC-4E9FB27E3711}"/>
              </a:ext>
            </a:extLst>
          </p:cNvPr>
          <p:cNvCxnSpPr>
            <a:cxnSpLocks/>
            <a:stCxn id="16" idx="2"/>
            <a:endCxn id="2" idx="0"/>
          </p:cNvCxnSpPr>
          <p:nvPr/>
        </p:nvCxnSpPr>
        <p:spPr>
          <a:xfrm flipH="1">
            <a:off x="6459550" y="3226302"/>
            <a:ext cx="22494" cy="258663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E1BF4E16-244C-631F-BE2D-507AE6FA9FE8}"/>
              </a:ext>
            </a:extLst>
          </p:cNvPr>
          <p:cNvCxnSpPr>
            <a:cxnSpLocks/>
            <a:stCxn id="17" idx="2"/>
            <a:endCxn id="268" idx="0"/>
          </p:cNvCxnSpPr>
          <p:nvPr/>
        </p:nvCxnSpPr>
        <p:spPr>
          <a:xfrm>
            <a:off x="8634174" y="3261531"/>
            <a:ext cx="196154" cy="141758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73356332-FC91-0F1E-A6CE-7413EE10321C}"/>
              </a:ext>
            </a:extLst>
          </p:cNvPr>
          <p:cNvCxnSpPr>
            <a:cxnSpLocks/>
            <a:stCxn id="190" idx="2"/>
            <a:endCxn id="196" idx="0"/>
          </p:cNvCxnSpPr>
          <p:nvPr/>
        </p:nvCxnSpPr>
        <p:spPr>
          <a:xfrm>
            <a:off x="3717398" y="3790609"/>
            <a:ext cx="113239" cy="162764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BDA92F3-DF6F-339F-51DC-2D339586DDC0}"/>
              </a:ext>
            </a:extLst>
          </p:cNvPr>
          <p:cNvCxnSpPr>
            <a:cxnSpLocks/>
            <a:stCxn id="16" idx="2"/>
            <a:endCxn id="25" idx="0"/>
          </p:cNvCxnSpPr>
          <p:nvPr/>
        </p:nvCxnSpPr>
        <p:spPr>
          <a:xfrm flipH="1">
            <a:off x="6257409" y="3226302"/>
            <a:ext cx="224635" cy="151449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7E4A7E3-B62A-69E2-A4D2-5CA7EDB7F326}"/>
              </a:ext>
            </a:extLst>
          </p:cNvPr>
          <p:cNvSpPr txBox="1"/>
          <p:nvPr/>
        </p:nvSpPr>
        <p:spPr>
          <a:xfrm>
            <a:off x="3339041" y="113930"/>
            <a:ext cx="463973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LDC &amp; land treatment DO overlap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652B3-7F1E-63CC-D1B6-3EF3BF35035E}"/>
              </a:ext>
            </a:extLst>
          </p:cNvPr>
          <p:cNvSpPr txBox="1"/>
          <p:nvPr/>
        </p:nvSpPr>
        <p:spPr>
          <a:xfrm>
            <a:off x="571499" y="793417"/>
            <a:ext cx="28617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LDC monitoring BEFORE treatment applied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C66A7-A3E0-D9F1-BAA3-60CFBDE21ECE}"/>
              </a:ext>
            </a:extLst>
          </p:cNvPr>
          <p:cNvSpPr txBox="1"/>
          <p:nvPr/>
        </p:nvSpPr>
        <p:spPr>
          <a:xfrm>
            <a:off x="8069005" y="763140"/>
            <a:ext cx="28617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LDC monitoring AFTER treatment applied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732B3-59CF-C6B8-A6E5-771BE6E99D2B}"/>
              </a:ext>
            </a:extLst>
          </p:cNvPr>
          <p:cNvSpPr txBox="1"/>
          <p:nvPr/>
        </p:nvSpPr>
        <p:spPr>
          <a:xfrm>
            <a:off x="495298" y="1800222"/>
            <a:ext cx="150706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HAS wildfire info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4907B-2E27-D08D-B118-2B17F2A87E41}"/>
              </a:ext>
            </a:extLst>
          </p:cNvPr>
          <p:cNvSpPr txBox="1"/>
          <p:nvPr/>
        </p:nvSpPr>
        <p:spPr>
          <a:xfrm>
            <a:off x="2484966" y="1798902"/>
            <a:ext cx="1422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NO wildfire info (5)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F87B04-3051-6FF3-F6E1-D92B2C06F1EC}"/>
              </a:ext>
            </a:extLst>
          </p:cNvPr>
          <p:cNvSpPr txBox="1"/>
          <p:nvPr/>
        </p:nvSpPr>
        <p:spPr>
          <a:xfrm>
            <a:off x="7380570" y="1560161"/>
            <a:ext cx="150706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HAS wildfire info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9199DB-CB72-CB4C-BCF4-7591490B2BBC}"/>
              </a:ext>
            </a:extLst>
          </p:cNvPr>
          <p:cNvSpPr txBox="1"/>
          <p:nvPr/>
        </p:nvSpPr>
        <p:spPr>
          <a:xfrm>
            <a:off x="10408461" y="1619325"/>
            <a:ext cx="1422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NO wildfire info (9)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C0DC6-AD8B-ED6E-4762-99B646A93943}"/>
              </a:ext>
            </a:extLst>
          </p:cNvPr>
          <p:cNvSpPr txBox="1"/>
          <p:nvPr/>
        </p:nvSpPr>
        <p:spPr>
          <a:xfrm>
            <a:off x="5673477" y="2487638"/>
            <a:ext cx="161713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Treatment applied BEFORE first wildfire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5A45C-0536-5114-8EF6-6D2A36D728FA}"/>
              </a:ext>
            </a:extLst>
          </p:cNvPr>
          <p:cNvSpPr txBox="1"/>
          <p:nvPr/>
        </p:nvSpPr>
        <p:spPr>
          <a:xfrm>
            <a:off x="7614466" y="2522867"/>
            <a:ext cx="203941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Treatment applied AFTER first wildfire but BEFORE most recent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A33E3E-34C3-25EB-6137-6837C593EF99}"/>
              </a:ext>
            </a:extLst>
          </p:cNvPr>
          <p:cNvSpPr txBox="1"/>
          <p:nvPr/>
        </p:nvSpPr>
        <p:spPr>
          <a:xfrm>
            <a:off x="5081335" y="3584077"/>
            <a:ext cx="190287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BEFORE wildfires (10)</a:t>
            </a:r>
          </a:p>
          <a:p>
            <a:pPr algn="ctr"/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LDC </a:t>
            </a:r>
            <a:r>
              <a:rPr lang="en-US" sz="1200" dirty="0">
                <a:sym typeface="Wingdings" panose="05000000000000000000" pitchFamily="2" charset="2"/>
              </a:rPr>
              <a:t> Fires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42BA20-AE21-7DF7-B177-72FC4027D20B}"/>
              </a:ext>
            </a:extLst>
          </p:cNvPr>
          <p:cNvSpPr txBox="1"/>
          <p:nvPr/>
        </p:nvSpPr>
        <p:spPr>
          <a:xfrm>
            <a:off x="5137569" y="4740797"/>
            <a:ext cx="223968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first wildfire but BEFORE most recent wildfire (11)</a:t>
            </a:r>
          </a:p>
          <a:p>
            <a:pPr algn="ctr"/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Fire1  LDC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AF6DDB-CCD0-7E3B-F082-B7ECF6D68791}"/>
              </a:ext>
            </a:extLst>
          </p:cNvPr>
          <p:cNvSpPr txBox="1"/>
          <p:nvPr/>
        </p:nvSpPr>
        <p:spPr>
          <a:xfrm>
            <a:off x="9999821" y="3744442"/>
            <a:ext cx="22396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most recent wildfire (15)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TRT  LDC</a:t>
            </a:r>
            <a:endParaRPr lang="en-US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A20D645-EC65-613D-7F4D-94C55F0A623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002366" y="514040"/>
            <a:ext cx="3656542" cy="27937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B0D4C9-E029-680A-13CB-AE4080790685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658908" y="514040"/>
            <a:ext cx="3840964" cy="24910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F99C18-1A02-3DE7-51D9-3AE1AF69853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248832" y="1439748"/>
            <a:ext cx="753534" cy="36047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5BD32C-0EA6-3E80-A668-7665EE3B41CA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002366" y="1439748"/>
            <a:ext cx="1193800" cy="3591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A08B30F-12DD-B781-459D-85D4012B2ED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8134104" y="1409471"/>
            <a:ext cx="1365768" cy="15069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E8EE47-2AF5-60E5-DE91-C33A48040939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9499872" y="1409471"/>
            <a:ext cx="1619789" cy="2098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0B027F1-934C-E676-7DC2-D2EDF7E5C4C5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6482044" y="2144936"/>
            <a:ext cx="1652060" cy="3427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A509D0-2C00-CEDE-13AF-8A8B71D3AC27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8134104" y="2144936"/>
            <a:ext cx="500070" cy="37793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5F3DA15-B80B-3098-E82B-F6F0C5E97DA4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flipH="1">
            <a:off x="6032774" y="3226302"/>
            <a:ext cx="449270" cy="35777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8EB6D58-D2E1-0443-368D-FD77DB5D3E7E}"/>
              </a:ext>
            </a:extLst>
          </p:cNvPr>
          <p:cNvCxnSpPr>
            <a:cxnSpLocks/>
            <a:stCxn id="248" idx="2"/>
            <a:endCxn id="27" idx="0"/>
          </p:cNvCxnSpPr>
          <p:nvPr/>
        </p:nvCxnSpPr>
        <p:spPr>
          <a:xfrm>
            <a:off x="11014608" y="3328944"/>
            <a:ext cx="105053" cy="41549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FA4D3387-3681-2903-6049-62B60B4057D4}"/>
              </a:ext>
            </a:extLst>
          </p:cNvPr>
          <p:cNvSpPr txBox="1"/>
          <p:nvPr/>
        </p:nvSpPr>
        <p:spPr>
          <a:xfrm>
            <a:off x="157685" y="3213376"/>
            <a:ext cx="18965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LDC monitored BEFORE first wildfire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7C0171E-F928-0606-BEA5-0E665EF0EED8}"/>
              </a:ext>
            </a:extLst>
          </p:cNvPr>
          <p:cNvSpPr txBox="1"/>
          <p:nvPr/>
        </p:nvSpPr>
        <p:spPr>
          <a:xfrm>
            <a:off x="2853798" y="3328944"/>
            <a:ext cx="17271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LDC monitored AFTER first wildfire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26DAF2D-5D21-4FEE-8310-CD2A3C58A955}"/>
              </a:ext>
            </a:extLst>
          </p:cNvPr>
          <p:cNvCxnSpPr>
            <a:cxnSpLocks/>
            <a:stCxn id="8" idx="2"/>
            <a:endCxn id="189" idx="0"/>
          </p:cNvCxnSpPr>
          <p:nvPr/>
        </p:nvCxnSpPr>
        <p:spPr>
          <a:xfrm flipH="1">
            <a:off x="1105951" y="2384997"/>
            <a:ext cx="142881" cy="82837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4DFA481-7E5C-4A6F-2A57-49483880EA52}"/>
              </a:ext>
            </a:extLst>
          </p:cNvPr>
          <p:cNvCxnSpPr>
            <a:cxnSpLocks/>
            <a:stCxn id="8" idx="2"/>
            <a:endCxn id="190" idx="0"/>
          </p:cNvCxnSpPr>
          <p:nvPr/>
        </p:nvCxnSpPr>
        <p:spPr>
          <a:xfrm>
            <a:off x="1248832" y="2384997"/>
            <a:ext cx="2468566" cy="94394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DF9992A5-A66E-6E49-BB7F-1D5E5A9F484F}"/>
              </a:ext>
            </a:extLst>
          </p:cNvPr>
          <p:cNvSpPr txBox="1"/>
          <p:nvPr/>
        </p:nvSpPr>
        <p:spPr>
          <a:xfrm>
            <a:off x="105833" y="4214275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LDC monitored BEFORE most recent wildfire (6)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LDC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Fire1 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FireMR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2E53DED5-6DC5-A808-DD74-3D4920FCC798}"/>
              </a:ext>
            </a:extLst>
          </p:cNvPr>
          <p:cNvCxnSpPr>
            <a:cxnSpLocks/>
            <a:stCxn id="189" idx="2"/>
            <a:endCxn id="193" idx="0"/>
          </p:cNvCxnSpPr>
          <p:nvPr/>
        </p:nvCxnSpPr>
        <p:spPr>
          <a:xfrm flipH="1">
            <a:off x="1054099" y="3675041"/>
            <a:ext cx="51852" cy="5392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AB65D198-3E25-7878-FBAF-A09A16F3CBAA}"/>
              </a:ext>
            </a:extLst>
          </p:cNvPr>
          <p:cNvSpPr txBox="1"/>
          <p:nvPr/>
        </p:nvSpPr>
        <p:spPr>
          <a:xfrm>
            <a:off x="2684465" y="4272891"/>
            <a:ext cx="189653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LDC monitored BEFORE most recent wildfire (7)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Fire1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LDC 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FireMR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DDB0BC3-0858-88BC-86EC-6FC81D508935}"/>
              </a:ext>
            </a:extLst>
          </p:cNvPr>
          <p:cNvSpPr txBox="1"/>
          <p:nvPr/>
        </p:nvSpPr>
        <p:spPr>
          <a:xfrm>
            <a:off x="2882371" y="5418252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LDC monitored AFTER most recent wildfire (8)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Fire1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FireMR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 LDC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C3E46348-C02D-DA21-7416-87957BC2F94C}"/>
              </a:ext>
            </a:extLst>
          </p:cNvPr>
          <p:cNvCxnSpPr>
            <a:cxnSpLocks/>
            <a:stCxn id="190" idx="2"/>
            <a:endCxn id="195" idx="0"/>
          </p:cNvCxnSpPr>
          <p:nvPr/>
        </p:nvCxnSpPr>
        <p:spPr>
          <a:xfrm flipH="1">
            <a:off x="3632731" y="3790609"/>
            <a:ext cx="84667" cy="4822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097CE564-95C1-4901-A173-A2862E24CE36}"/>
              </a:ext>
            </a:extLst>
          </p:cNvPr>
          <p:cNvSpPr txBox="1"/>
          <p:nvPr/>
        </p:nvSpPr>
        <p:spPr>
          <a:xfrm>
            <a:off x="2956001" y="2476020"/>
            <a:ext cx="213519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Timing of treatment does not matter because LDC occurred before treatment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42722A8-35F0-B99D-6ED3-10D8D3014064}"/>
              </a:ext>
            </a:extLst>
          </p:cNvPr>
          <p:cNvSpPr txBox="1"/>
          <p:nvPr/>
        </p:nvSpPr>
        <p:spPr>
          <a:xfrm>
            <a:off x="9994900" y="2590280"/>
            <a:ext cx="203941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Treatment applied AFTER most recent wildfire</a:t>
            </a:r>
          </a:p>
        </p:txBody>
      </p: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6BD3115C-082F-65F6-A83F-3C4D209C8805}"/>
              </a:ext>
            </a:extLst>
          </p:cNvPr>
          <p:cNvCxnSpPr>
            <a:cxnSpLocks/>
            <a:stCxn id="10" idx="2"/>
            <a:endCxn id="248" idx="0"/>
          </p:cNvCxnSpPr>
          <p:nvPr/>
        </p:nvCxnSpPr>
        <p:spPr>
          <a:xfrm>
            <a:off x="8134104" y="2144936"/>
            <a:ext cx="2880504" cy="44534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DCCDF99B-093B-D077-D378-B623CE2A4391}"/>
              </a:ext>
            </a:extLst>
          </p:cNvPr>
          <p:cNvSpPr txBox="1"/>
          <p:nvPr/>
        </p:nvSpPr>
        <p:spPr>
          <a:xfrm>
            <a:off x="7484550" y="3559776"/>
            <a:ext cx="223968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first wildfire but BEFORE most recent wildfire (13)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LDC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7C39100-E618-8A3A-6B51-0D984D96A96A}"/>
              </a:ext>
            </a:extLst>
          </p:cNvPr>
          <p:cNvSpPr txBox="1"/>
          <p:nvPr/>
        </p:nvSpPr>
        <p:spPr>
          <a:xfrm>
            <a:off x="7710488" y="4679115"/>
            <a:ext cx="22396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most recent wildfire (14)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LDC</a:t>
            </a:r>
            <a:endParaRPr lang="en-US" sz="1200" dirty="0"/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E0313F09-FA13-0EA1-2891-80F52869428E}"/>
              </a:ext>
            </a:extLst>
          </p:cNvPr>
          <p:cNvCxnSpPr>
            <a:cxnSpLocks/>
            <a:stCxn id="17" idx="2"/>
            <a:endCxn id="266" idx="0"/>
          </p:cNvCxnSpPr>
          <p:nvPr/>
        </p:nvCxnSpPr>
        <p:spPr>
          <a:xfrm flipH="1">
            <a:off x="8604390" y="3261531"/>
            <a:ext cx="29784" cy="29824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0FF5D3F-05D9-B0F8-1277-1435C9DB288E}"/>
              </a:ext>
            </a:extLst>
          </p:cNvPr>
          <p:cNvSpPr txBox="1"/>
          <p:nvPr/>
        </p:nvSpPr>
        <p:spPr>
          <a:xfrm>
            <a:off x="5339710" y="5812935"/>
            <a:ext cx="22396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AFTER most recent wildfire (12)</a:t>
            </a:r>
          </a:p>
          <a:p>
            <a:pPr algn="ctr"/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Fire1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LDC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3551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6B61A2-CE02-7126-8E0B-526A4AE7E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760" y="567267"/>
            <a:ext cx="5400040" cy="560969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unknown </a:t>
            </a:r>
            <a:r>
              <a:rPr lang="en-US" sz="1800" dirty="0"/>
              <a:t>(Fire1 </a:t>
            </a:r>
            <a:r>
              <a:rPr lang="en-US" sz="1800" dirty="0">
                <a:sym typeface="Wingdings" panose="05000000000000000000" pitchFamily="2" charset="2"/>
              </a:rPr>
              <a:t>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known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unknown </a:t>
            </a:r>
            <a:r>
              <a:rPr lang="en-US" sz="1800" dirty="0"/>
              <a:t>(Fire1 </a:t>
            </a:r>
            <a:r>
              <a:rPr lang="en-US" sz="1800" dirty="0">
                <a:sym typeface="Wingdings" panose="05000000000000000000" pitchFamily="2" charset="2"/>
              </a:rPr>
              <a:t>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known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Treated, never burned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7D909-9D99-92BA-6A53-42854E5E7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67267"/>
            <a:ext cx="5400040" cy="56096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 never burned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burn timing unknown </a:t>
            </a:r>
            <a:r>
              <a:rPr lang="en-US" sz="1800" dirty="0"/>
              <a:t>(TRT </a:t>
            </a:r>
            <a:r>
              <a:rPr lang="en-US" sz="1800" dirty="0">
                <a:sym typeface="Wingdings" panose="05000000000000000000" pitchFamily="2" charset="2"/>
              </a:rPr>
              <a:t> Fire1 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Treated, burn timing known</a:t>
            </a:r>
            <a:endParaRPr lang="en-US" sz="1800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Treated, burn timing unknown (</a:t>
            </a:r>
            <a:r>
              <a:rPr lang="en-US" sz="1800" dirty="0"/>
              <a:t>Fire1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TRT </a:t>
            </a:r>
            <a:r>
              <a:rPr lang="en-US" sz="1800" dirty="0">
                <a:sym typeface="Wingdings" panose="05000000000000000000" pitchFamily="2" charset="2"/>
              </a:rPr>
              <a:t>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Treated, burn timing unknown </a:t>
            </a:r>
            <a:r>
              <a:rPr lang="en-US" sz="1800" dirty="0"/>
              <a:t>(Fire1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TRT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  LDC)</a:t>
            </a:r>
            <a:endParaRPr lang="en-US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burned timing known</a:t>
            </a:r>
          </a:p>
        </p:txBody>
      </p:sp>
    </p:spTree>
    <p:extLst>
      <p:ext uri="{BB962C8B-B14F-4D97-AF65-F5344CB8AC3E}">
        <p14:creationId xmlns:p14="http://schemas.microsoft.com/office/powerpoint/2010/main" val="1071036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B8FC7F-B5F7-C939-0FCB-066900D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names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0CDB0-982E-FD61-B391-8B888BC84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Control, never burned: 1, 2, 5, 6</a:t>
            </a:r>
          </a:p>
          <a:p>
            <a:r>
              <a:rPr lang="en-US" dirty="0"/>
              <a:t>Control, burn timing unknown: 3, 7</a:t>
            </a:r>
          </a:p>
          <a:p>
            <a:r>
              <a:rPr lang="en-US" dirty="0"/>
              <a:t>Control, burn timing known:  4, 8</a:t>
            </a:r>
          </a:p>
          <a:p>
            <a:r>
              <a:rPr lang="en-US" dirty="0"/>
              <a:t>Treated, never burned: 9, 10</a:t>
            </a:r>
          </a:p>
          <a:p>
            <a:r>
              <a:rPr lang="en-US" dirty="0"/>
              <a:t>Treated, burn timing unknown: 11, 13, 14</a:t>
            </a:r>
          </a:p>
          <a:p>
            <a:r>
              <a:rPr lang="en-US" dirty="0"/>
              <a:t>Treated, burn timing known: 12</a:t>
            </a:r>
            <a:r>
              <a:rPr lang="en-US"/>
              <a:t>, 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4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ec87a8-9fb8-4158-ba8f-f11bace1ebaa}" enabled="0" method="" siteId="{a3ec87a8-9fb8-4158-ba8f-f11bace1eb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471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Category names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 Ossanna</dc:creator>
  <cp:lastModifiedBy>Lia Ossanna</cp:lastModifiedBy>
  <cp:revision>1</cp:revision>
  <dcterms:created xsi:type="dcterms:W3CDTF">2026-01-12T21:25:07Z</dcterms:created>
  <dcterms:modified xsi:type="dcterms:W3CDTF">2026-01-13T17:12:16Z</dcterms:modified>
</cp:coreProperties>
</file>